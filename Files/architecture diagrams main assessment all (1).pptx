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42" r:id="rId2"/>
    <p:sldId id="943" r:id="rId3"/>
    <p:sldId id="945" r:id="rId4"/>
    <p:sldId id="94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F57EE-698D-40E7-B8F0-9755D464017D}" v="1" dt="2026-01-04T22:29:33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y John Nicol (School of Engineering and Computing)" userId="8aaafd19-c2aa-438c-8ef6-3a7bab97949a" providerId="ADAL" clId="{8BD830F9-2B64-4B5A-8CBE-C1BBB09CEB5B}"/>
    <pc:docChg chg="modSld">
      <pc:chgData name="Antony John Nicol (School of Engineering and Computing)" userId="8aaafd19-c2aa-438c-8ef6-3a7bab97949a" providerId="ADAL" clId="{8BD830F9-2B64-4B5A-8CBE-C1BBB09CEB5B}" dt="2026-01-09T14:54:29.473" v="9" actId="20577"/>
      <pc:docMkLst>
        <pc:docMk/>
      </pc:docMkLst>
      <pc:sldChg chg="modSp mod">
        <pc:chgData name="Antony John Nicol (School of Engineering and Computing)" userId="8aaafd19-c2aa-438c-8ef6-3a7bab97949a" providerId="ADAL" clId="{8BD830F9-2B64-4B5A-8CBE-C1BBB09CEB5B}" dt="2026-01-09T14:54:29.473" v="9" actId="20577"/>
        <pc:sldMkLst>
          <pc:docMk/>
          <pc:sldMk cId="538756497" sldId="942"/>
        </pc:sldMkLst>
        <pc:spChg chg="mod">
          <ac:chgData name="Antony John Nicol (School of Engineering and Computing)" userId="8aaafd19-c2aa-438c-8ef6-3a7bab97949a" providerId="ADAL" clId="{8BD830F9-2B64-4B5A-8CBE-C1BBB09CEB5B}" dt="2026-01-09T14:54:29.473" v="9" actId="20577"/>
          <ac:spMkLst>
            <pc:docMk/>
            <pc:sldMk cId="538756497" sldId="942"/>
            <ac:spMk id="80" creationId="{B0916C71-DE52-8CDB-7033-D8A3A949B915}"/>
          </ac:spMkLst>
        </pc:spChg>
      </pc:sldChg>
      <pc:sldChg chg="addSp modSp mod">
        <pc:chgData name="Antony John Nicol (School of Engineering and Computing)" userId="8aaafd19-c2aa-438c-8ef6-3a7bab97949a" providerId="ADAL" clId="{8BD830F9-2B64-4B5A-8CBE-C1BBB09CEB5B}" dt="2026-01-04T22:29:40.406" v="4" actId="20577"/>
        <pc:sldMkLst>
          <pc:docMk/>
          <pc:sldMk cId="3559510559" sldId="944"/>
        </pc:sldMkLst>
        <pc:spChg chg="add mod">
          <ac:chgData name="Antony John Nicol (School of Engineering and Computing)" userId="8aaafd19-c2aa-438c-8ef6-3a7bab97949a" providerId="ADAL" clId="{8BD830F9-2B64-4B5A-8CBE-C1BBB09CEB5B}" dt="2026-01-04T22:29:40.406" v="4" actId="20577"/>
          <ac:spMkLst>
            <pc:docMk/>
            <pc:sldMk cId="3559510559" sldId="944"/>
            <ac:spMk id="29" creationId="{4D639EB9-783A-90AD-3DE6-3392410BC718}"/>
          </ac:spMkLst>
        </pc:spChg>
        <pc:spChg chg="mod">
          <ac:chgData name="Antony John Nicol (School of Engineering and Computing)" userId="8aaafd19-c2aa-438c-8ef6-3a7bab97949a" providerId="ADAL" clId="{8BD830F9-2B64-4B5A-8CBE-C1BBB09CEB5B}" dt="2026-01-04T22:29:30.603" v="1" actId="1076"/>
          <ac:spMkLst>
            <pc:docMk/>
            <pc:sldMk cId="3559510559" sldId="944"/>
            <ac:spMk id="45" creationId="{22F53472-5018-E4C2-4243-BA5C840BF01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404500" y="2889207"/>
            <a:ext cx="1888400" cy="107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2678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5"/>
          <p:cNvSpPr/>
          <p:nvPr/>
        </p:nvSpPr>
        <p:spPr>
          <a:xfrm rot="5400000">
            <a:off x="-133800" y="598367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09600" y="464567"/>
            <a:ext cx="11163300" cy="42125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609600" y="1089368"/>
            <a:ext cx="11163300" cy="53876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ts val="1800"/>
              <a:buChar char="▸"/>
              <a:defRPr sz="1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Clr>
                <a:schemeClr val="bg2">
                  <a:lumMod val="20000"/>
                  <a:lumOff val="80000"/>
                </a:schemeClr>
              </a:buClr>
              <a:buSzPts val="1800"/>
              <a:buChar char="▹"/>
              <a:defRPr sz="16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Clr>
                <a:schemeClr val="tx2">
                  <a:lumMod val="90000"/>
                </a:schemeClr>
              </a:buClr>
              <a:buSzPts val="1800"/>
              <a:buChar char="▹"/>
              <a:defRPr sz="14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Clr>
                <a:schemeClr val="tx2">
                  <a:lumMod val="90000"/>
                </a:schemeClr>
              </a:buClr>
              <a:buSzPts val="2000"/>
              <a:buChar char="▹"/>
              <a:defRPr sz="12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4D7F6AC-1EEB-4ABB-AD80-109EC6FDCC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02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>
        <p:tmplLst>
          <p:tmpl lvl="1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00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00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00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00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6"/>
          <p:cNvSpPr/>
          <p:nvPr/>
        </p:nvSpPr>
        <p:spPr>
          <a:xfrm rot="5400000">
            <a:off x="-133800" y="626600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09600" y="492800"/>
            <a:ext cx="11096625" cy="51685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09599" y="1117600"/>
            <a:ext cx="5305425" cy="50487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4pPr>
            <a:lvl5pPr marL="3047924" lvl="4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5pPr>
            <a:lvl6pPr marL="3657509" lvl="5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6pPr>
            <a:lvl7pPr marL="4267093" lvl="6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7pPr>
            <a:lvl8pPr marL="4876678" lvl="7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8pPr>
            <a:lvl9pPr marL="5486263" lvl="8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6096000" y="1117600"/>
            <a:ext cx="5610225" cy="505030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4pPr>
            <a:lvl5pPr marL="3047924" lvl="4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5pPr>
            <a:lvl6pPr marL="3657509" lvl="5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6pPr>
            <a:lvl7pPr marL="4267093" lvl="6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7pPr>
            <a:lvl8pPr marL="4876678" lvl="7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8pPr>
            <a:lvl9pPr marL="5486263" lvl="8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11582400" y="6233200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4D7F6AC-1EEB-4ABB-AD80-109EC6FDCC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71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" name="Google Shape;45;p8"/>
          <p:cNvSpPr/>
          <p:nvPr/>
        </p:nvSpPr>
        <p:spPr>
          <a:xfrm rot="5400000">
            <a:off x="-133800" y="965980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4D7F6AC-1EEB-4ABB-AD80-109EC6FDCC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530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9"/>
          <p:cNvSpPr/>
          <p:nvPr/>
        </p:nvSpPr>
        <p:spPr>
          <a:xfrm rot="5400000">
            <a:off x="-133800" y="5931680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609600" y="5875079"/>
            <a:ext cx="109728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4D7F6AC-1EEB-4ABB-AD80-109EC6FDCC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28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E0E0192-C642-4D4F-AE82-A0D0DC02E2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6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fld id="{14D7F6AC-1EEB-4ABB-AD80-109EC6FDCC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28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515937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61000"/>
            <a:ext cx="7521200" cy="3572000"/>
          </a:xfrm>
          <a:prstGeom prst="rect">
            <a:avLst/>
          </a:prstGeom>
        </p:spPr>
        <p:txBody>
          <a:bodyPr rtlCol="0"/>
          <a:lstStyle>
            <a:lvl1pPr>
              <a:defRPr sz="1800"/>
            </a:lvl1pPr>
            <a:lvl2pPr marL="548640">
              <a:defRPr sz="1800"/>
            </a:lvl2pPr>
            <a:lvl3pPr marL="777240">
              <a:defRPr sz="1800"/>
            </a:lvl3pPr>
            <a:lvl4pPr marL="1005840">
              <a:defRPr sz="1800"/>
            </a:lvl4pPr>
            <a:lvl5pPr marL="1234440">
              <a:defRPr sz="1800"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rtlCol="0"/>
          <a:lstStyle/>
          <a:p>
            <a:fld id="{0E0E0192-C642-4D4F-AE82-A0D0DC02E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7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E12C27-DB2B-AA97-3BBD-0CF8EAE7B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9C93A-B808-4F92-9D9D-4CEB4D584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715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0" i="0" u="none" strike="noStrike" cap="none">
          <a:solidFill>
            <a:srgbClr val="0000FF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143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pt/nuvem-branco-condi%C3%A7%C3%B5es-nublado-296722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pt/nuvem-branco-condi%C3%A7%C3%B5es-nublado-296722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pt/nuvem-branco-condi%C3%A7%C3%B5es-nublado-296722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71C02-A213-AAFC-611B-A5F0E572E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D7F6AC-1EEB-4ABB-AD80-109EC6FDCCF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AF8DD13-FBDE-3F6B-1591-09B889764417}"/>
              </a:ext>
            </a:extLst>
          </p:cNvPr>
          <p:cNvSpPr/>
          <p:nvPr/>
        </p:nvSpPr>
        <p:spPr>
          <a:xfrm>
            <a:off x="3653589" y="2692944"/>
            <a:ext cx="4300845" cy="3455026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CAE617-15A4-AEE8-4B52-5A104BF97913}"/>
              </a:ext>
            </a:extLst>
          </p:cNvPr>
          <p:cNvGrpSpPr/>
          <p:nvPr/>
        </p:nvGrpSpPr>
        <p:grpSpPr>
          <a:xfrm>
            <a:off x="4061588" y="2896074"/>
            <a:ext cx="1228179" cy="792706"/>
            <a:chOff x="5460070" y="3398388"/>
            <a:chExt cx="1228179" cy="10074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8BE6CA-FBDD-558D-CEFD-33CC60A20C52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joke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A26C9E-86E4-E5A9-D32B-5F766AB83866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3000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9AE688-0303-C827-3BCA-A3A981311CF7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F50E86A-6D99-61C5-7807-ADC971301A2E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11E424-B79C-E50A-B43A-82A623CBD9FF}"/>
              </a:ext>
            </a:extLst>
          </p:cNvPr>
          <p:cNvGrpSpPr/>
          <p:nvPr/>
        </p:nvGrpSpPr>
        <p:grpSpPr>
          <a:xfrm>
            <a:off x="5145849" y="4188746"/>
            <a:ext cx="1238735" cy="792706"/>
            <a:chOff x="5449514" y="3398388"/>
            <a:chExt cx="1238735" cy="100746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ACE5C9-A1DA-9A15-699D-3390B423DD01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database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D8E3D0-5F75-503D-D1D3-032BB4E071CA}"/>
                </a:ext>
              </a:extLst>
            </p:cNvPr>
            <p:cNvSpPr txBox="1"/>
            <p:nvPr/>
          </p:nvSpPr>
          <p:spPr>
            <a:xfrm>
              <a:off x="5449514" y="4092929"/>
              <a:ext cx="1228342" cy="3129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 defTabSz="457200">
                <a:defRPr/>
              </a:pPr>
              <a:r>
                <a:rPr lang="en-US" sz="1000" b="1">
                  <a:solidFill>
                    <a:srgbClr val="000000"/>
                  </a:solidFill>
                  <a:latin typeface="Arial"/>
                </a:rPr>
                <a:t>3306 or 27017</a:t>
              </a:r>
              <a:endParaRPr lang="en-GB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3EC969-36DE-49E2-9508-4CCB6AD06F4E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4002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AB6584-0967-CCC6-F180-E1F1DB702057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C30428A-F1CC-E8E5-82E4-7A1090A2E9DD}"/>
              </a:ext>
            </a:extLst>
          </p:cNvPr>
          <p:cNvGrpSpPr/>
          <p:nvPr/>
        </p:nvGrpSpPr>
        <p:grpSpPr>
          <a:xfrm>
            <a:off x="5439942" y="5251364"/>
            <a:ext cx="729757" cy="678177"/>
            <a:chOff x="6121030" y="4243575"/>
            <a:chExt cx="729757" cy="6781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3C2D3F-57D1-0520-99C8-4C5F77DC1B04}"/>
                </a:ext>
              </a:extLst>
            </p:cNvPr>
            <p:cNvSpPr txBox="1"/>
            <p:nvPr/>
          </p:nvSpPr>
          <p:spPr>
            <a:xfrm>
              <a:off x="6121030" y="4675531"/>
              <a:ext cx="7297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db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vol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116978EC-ACD2-C5E4-6C0A-EC262FAA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8004" y="4243575"/>
              <a:ext cx="475811" cy="475811"/>
            </a:xfrm>
            <a:prstGeom prst="rect">
              <a:avLst/>
            </a:prstGeom>
          </p:spPr>
        </p:pic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32E2AD6-827E-527B-5C50-BB6F6108C087}"/>
              </a:ext>
            </a:extLst>
          </p:cNvPr>
          <p:cNvCxnSpPr>
            <a:cxnSpLocks/>
          </p:cNvCxnSpPr>
          <p:nvPr/>
        </p:nvCxnSpPr>
        <p:spPr>
          <a:xfrm>
            <a:off x="5121968" y="3696699"/>
            <a:ext cx="248190" cy="492047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52D97132-BA0D-8861-4A47-164548529210}"/>
              </a:ext>
            </a:extLst>
          </p:cNvPr>
          <p:cNvCxnSpPr>
            <a:cxnSpLocks/>
          </p:cNvCxnSpPr>
          <p:nvPr/>
        </p:nvCxnSpPr>
        <p:spPr>
          <a:xfrm flipH="1" flipV="1">
            <a:off x="5798920" y="4981453"/>
            <a:ext cx="5901" cy="307661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16C6658-2825-BC29-A113-E4E4B28F3E6A}"/>
              </a:ext>
            </a:extLst>
          </p:cNvPr>
          <p:cNvGrpSpPr/>
          <p:nvPr/>
        </p:nvGrpSpPr>
        <p:grpSpPr>
          <a:xfrm>
            <a:off x="2456145" y="610346"/>
            <a:ext cx="1593673" cy="1236502"/>
            <a:chOff x="3091838" y="67634"/>
            <a:chExt cx="1593673" cy="1236502"/>
          </a:xfrm>
        </p:grpSpPr>
        <p:pic>
          <p:nvPicPr>
            <p:cNvPr id="1026" name="Picture 2" descr="100,000 Laptop clipart Vector Images | Depositphotos">
              <a:extLst>
                <a:ext uri="{FF2B5EF4-FFF2-40B4-BE49-F238E27FC236}">
                  <a16:creationId xmlns:a16="http://schemas.microsoft.com/office/drawing/2014/main" id="{ACF736E2-7DDF-277C-7A67-1F0BA41EB5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7" t="12279" r="5669" b="11895"/>
            <a:stretch/>
          </p:blipFill>
          <p:spPr bwMode="auto">
            <a:xfrm>
              <a:off x="3091838" y="67634"/>
              <a:ext cx="1593673" cy="1236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0" name="Picture 279">
              <a:extLst>
                <a:ext uri="{FF2B5EF4-FFF2-40B4-BE49-F238E27FC236}">
                  <a16:creationId xmlns:a16="http://schemas.microsoft.com/office/drawing/2014/main" id="{84753563-6B3A-3954-FA5E-405AE3A7E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99106" y="192755"/>
              <a:ext cx="677751" cy="589111"/>
            </a:xfrm>
            <a:prstGeom prst="rect">
              <a:avLst/>
            </a:prstGeom>
          </p:spPr>
        </p:pic>
        <p:pic>
          <p:nvPicPr>
            <p:cNvPr id="284" name="Picture 283">
              <a:extLst>
                <a:ext uri="{FF2B5EF4-FFF2-40B4-BE49-F238E27FC236}">
                  <a16:creationId xmlns:a16="http://schemas.microsoft.com/office/drawing/2014/main" id="{FA1334B5-1E05-C874-9040-B7F15A5B6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0952" y="272330"/>
              <a:ext cx="447588" cy="459065"/>
            </a:xfrm>
            <a:prstGeom prst="rect">
              <a:avLst/>
            </a:prstGeom>
          </p:spPr>
        </p:pic>
      </p:grp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82E844AD-397C-7B02-12A5-FE7F45C02347}"/>
              </a:ext>
            </a:extLst>
          </p:cNvPr>
          <p:cNvCxnSpPr>
            <a:cxnSpLocks/>
          </p:cNvCxnSpPr>
          <p:nvPr/>
        </p:nvCxnSpPr>
        <p:spPr>
          <a:xfrm flipV="1">
            <a:off x="5804821" y="1130531"/>
            <a:ext cx="0" cy="62738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264D8406-62CB-9E35-96D7-C169270E2633}"/>
              </a:ext>
            </a:extLst>
          </p:cNvPr>
          <p:cNvCxnSpPr>
            <a:cxnSpLocks/>
          </p:cNvCxnSpPr>
          <p:nvPr/>
        </p:nvCxnSpPr>
        <p:spPr>
          <a:xfrm flipH="1">
            <a:off x="4061588" y="1130531"/>
            <a:ext cx="1743233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8DB952D-1DC2-13A0-E120-0616EB2882FE}"/>
              </a:ext>
            </a:extLst>
          </p:cNvPr>
          <p:cNvGrpSpPr/>
          <p:nvPr/>
        </p:nvGrpSpPr>
        <p:grpSpPr>
          <a:xfrm>
            <a:off x="7695187" y="311260"/>
            <a:ext cx="4006481" cy="749249"/>
            <a:chOff x="6986733" y="154507"/>
            <a:chExt cx="4006481" cy="749249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6A6BEBE9-A474-DF6B-ED61-BD09A0CEF6A2}"/>
                </a:ext>
              </a:extLst>
            </p:cNvPr>
            <p:cNvSpPr txBox="1"/>
            <p:nvPr/>
          </p:nvSpPr>
          <p:spPr>
            <a:xfrm>
              <a:off x="7291187" y="265714"/>
              <a:ext cx="1280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srgbClr val="7030A0"/>
                  </a:solidFill>
                  <a:latin typeface="Arial"/>
                </a:rPr>
                <a:t>l</a:t>
              </a: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ocalhost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7899A62F-E15D-B5C5-B352-783F62ACBB8C}"/>
                </a:ext>
              </a:extLst>
            </p:cNvPr>
            <p:cNvSpPr txBox="1"/>
            <p:nvPr/>
          </p:nvSpPr>
          <p:spPr>
            <a:xfrm>
              <a:off x="7291187" y="556818"/>
              <a:ext cx="17414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Docker private network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8D7BD6F-F26E-9E41-75DD-88AEE9340EA6}"/>
                </a:ext>
              </a:extLst>
            </p:cNvPr>
            <p:cNvSpPr/>
            <p:nvPr/>
          </p:nvSpPr>
          <p:spPr>
            <a:xfrm>
              <a:off x="9431790" y="267525"/>
              <a:ext cx="183441" cy="2119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3A3F50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527547E5-113C-8CE0-3C0D-DE88EB86639D}"/>
                </a:ext>
              </a:extLst>
            </p:cNvPr>
            <p:cNvSpPr txBox="1"/>
            <p:nvPr/>
          </p:nvSpPr>
          <p:spPr>
            <a:xfrm>
              <a:off x="9600700" y="250380"/>
              <a:ext cx="1280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Local Machine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9D19643A-5F32-FE6D-E4A0-2469E36A1976}"/>
                </a:ext>
              </a:extLst>
            </p:cNvPr>
            <p:cNvSpPr/>
            <p:nvPr/>
          </p:nvSpPr>
          <p:spPr>
            <a:xfrm>
              <a:off x="9431785" y="574410"/>
              <a:ext cx="183442" cy="2183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2AF59E5D-1277-62DE-4962-9650440F46C4}"/>
                </a:ext>
              </a:extLst>
            </p:cNvPr>
            <p:cNvSpPr txBox="1"/>
            <p:nvPr/>
          </p:nvSpPr>
          <p:spPr>
            <a:xfrm>
              <a:off x="9600700" y="553039"/>
              <a:ext cx="13925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Application container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B568D308-C072-0219-AC76-A638143CC598}"/>
                </a:ext>
              </a:extLst>
            </p:cNvPr>
            <p:cNvCxnSpPr>
              <a:cxnSpLocks/>
              <a:stCxn id="189" idx="1"/>
            </p:cNvCxnSpPr>
            <p:nvPr/>
          </p:nvCxnSpPr>
          <p:spPr>
            <a:xfrm flipH="1" flipV="1">
              <a:off x="7126597" y="385973"/>
              <a:ext cx="164590" cy="2852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497F8441-5999-AFDA-827B-7CF1724D9B2A}"/>
                </a:ext>
              </a:extLst>
            </p:cNvPr>
            <p:cNvCxnSpPr>
              <a:cxnSpLocks/>
              <a:endCxn id="191" idx="1"/>
            </p:cNvCxnSpPr>
            <p:nvPr/>
          </p:nvCxnSpPr>
          <p:spPr>
            <a:xfrm>
              <a:off x="7126597" y="679929"/>
              <a:ext cx="164590" cy="0"/>
            </a:xfrm>
            <a:prstGeom prst="line">
              <a:avLst/>
            </a:prstGeom>
            <a:ln w="28575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B466D6C7-0302-8C20-4FA7-C8B50DD872EF}"/>
                </a:ext>
              </a:extLst>
            </p:cNvPr>
            <p:cNvSpPr/>
            <p:nvPr/>
          </p:nvSpPr>
          <p:spPr>
            <a:xfrm>
              <a:off x="6986733" y="154507"/>
              <a:ext cx="4006477" cy="74924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002DF1CF-5CFD-AAE1-CF63-3DAF2C3BC2A9}"/>
              </a:ext>
            </a:extLst>
          </p:cNvPr>
          <p:cNvGrpSpPr/>
          <p:nvPr/>
        </p:nvGrpSpPr>
        <p:grpSpPr>
          <a:xfrm>
            <a:off x="9076828" y="1236265"/>
            <a:ext cx="1603694" cy="664288"/>
            <a:chOff x="525743" y="202875"/>
            <a:chExt cx="1603694" cy="664288"/>
          </a:xfrm>
        </p:grpSpPr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BB8E90BE-7173-6C2C-4FC3-074D151723BC}"/>
                </a:ext>
              </a:extLst>
            </p:cNvPr>
            <p:cNvSpPr txBox="1"/>
            <p:nvPr/>
          </p:nvSpPr>
          <p:spPr>
            <a:xfrm>
              <a:off x="560875" y="288074"/>
              <a:ext cx="14817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Container port number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52892E17-0A15-2ECD-CBCE-29DC0561FD59}"/>
                </a:ext>
              </a:extLst>
            </p:cNvPr>
            <p:cNvSpPr txBox="1"/>
            <p:nvPr/>
          </p:nvSpPr>
          <p:spPr>
            <a:xfrm>
              <a:off x="572206" y="529764"/>
              <a:ext cx="15572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Application port number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39308FF7-C64F-ADBC-A31D-094E70E0C6B5}"/>
                </a:ext>
              </a:extLst>
            </p:cNvPr>
            <p:cNvSpPr/>
            <p:nvPr/>
          </p:nvSpPr>
          <p:spPr>
            <a:xfrm>
              <a:off x="525743" y="202875"/>
              <a:ext cx="1557231" cy="6642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4838958-27B0-58EB-BB00-5450186C5C08}"/>
              </a:ext>
            </a:extLst>
          </p:cNvPr>
          <p:cNvSpPr txBox="1"/>
          <p:nvPr/>
        </p:nvSpPr>
        <p:spPr>
          <a:xfrm>
            <a:off x="4714525" y="2098974"/>
            <a:ext cx="1294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/joke/:type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9E9B74-81E1-97E2-ABDF-6155361924B0}"/>
              </a:ext>
            </a:extLst>
          </p:cNvPr>
          <p:cNvSpPr txBox="1"/>
          <p:nvPr/>
        </p:nvSpPr>
        <p:spPr>
          <a:xfrm>
            <a:off x="4721731" y="1896495"/>
            <a:ext cx="845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/types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5A27F6-D064-80E6-E8D6-12B1594CD221}"/>
              </a:ext>
            </a:extLst>
          </p:cNvPr>
          <p:cNvGrpSpPr/>
          <p:nvPr/>
        </p:nvGrpSpPr>
        <p:grpSpPr>
          <a:xfrm>
            <a:off x="6383626" y="2889169"/>
            <a:ext cx="1228179" cy="792706"/>
            <a:chOff x="5460070" y="3398388"/>
            <a:chExt cx="1228179" cy="100746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DD43885-0A30-3D11-1711-14A9233F833F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submit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9A4C2EA-831E-022C-B676-542AAE5FDA81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3200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26884F7-05B5-0657-FC7B-EC3997ACE8A8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4200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6885D7F-42AF-F799-553A-4431D3ED4983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9E5B96A-E653-15FC-6397-B35660231C65}"/>
              </a:ext>
            </a:extLst>
          </p:cNvPr>
          <p:cNvCxnSpPr>
            <a:cxnSpLocks/>
          </p:cNvCxnSpPr>
          <p:nvPr/>
        </p:nvCxnSpPr>
        <p:spPr>
          <a:xfrm flipV="1">
            <a:off x="6134319" y="3692976"/>
            <a:ext cx="339592" cy="495770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91D3C50-FED6-DDEF-630D-908F318B49B4}"/>
              </a:ext>
            </a:extLst>
          </p:cNvPr>
          <p:cNvCxnSpPr>
            <a:cxnSpLocks/>
          </p:cNvCxnSpPr>
          <p:nvPr/>
        </p:nvCxnSpPr>
        <p:spPr>
          <a:xfrm flipH="1">
            <a:off x="4692027" y="1757920"/>
            <a:ext cx="2340571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AC070BD-F647-B448-5AA9-233D2E07A3A6}"/>
              </a:ext>
            </a:extLst>
          </p:cNvPr>
          <p:cNvCxnSpPr>
            <a:cxnSpLocks/>
          </p:cNvCxnSpPr>
          <p:nvPr/>
        </p:nvCxnSpPr>
        <p:spPr>
          <a:xfrm flipV="1">
            <a:off x="4692027" y="1760555"/>
            <a:ext cx="2" cy="114795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A497E9B-6069-53C5-1485-72F7C29AC52F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7037432" y="1758053"/>
            <a:ext cx="0" cy="113111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D44D01F-547B-DD2D-9D81-C856661AEE09}"/>
              </a:ext>
            </a:extLst>
          </p:cNvPr>
          <p:cNvSpPr txBox="1"/>
          <p:nvPr/>
        </p:nvSpPr>
        <p:spPr>
          <a:xfrm>
            <a:off x="7061460" y="2087214"/>
            <a:ext cx="1294789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/submit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916C71-DE52-8CDB-7033-D8A3A949B915}"/>
              </a:ext>
            </a:extLst>
          </p:cNvPr>
          <p:cNvSpPr txBox="1"/>
          <p:nvPr/>
        </p:nvSpPr>
        <p:spPr>
          <a:xfrm>
            <a:off x="7068666" y="1884735"/>
            <a:ext cx="845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/types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1E2A0AC-EC63-221D-FDBD-D84103F7C3E4}"/>
              </a:ext>
            </a:extLst>
          </p:cNvPr>
          <p:cNvSpPr txBox="1"/>
          <p:nvPr/>
        </p:nvSpPr>
        <p:spPr>
          <a:xfrm>
            <a:off x="7049600" y="2297620"/>
            <a:ext cx="1294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/docs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AEC583-D855-3713-D32A-C68C42C4E3DD}"/>
              </a:ext>
            </a:extLst>
          </p:cNvPr>
          <p:cNvSpPr txBox="1"/>
          <p:nvPr/>
        </p:nvSpPr>
        <p:spPr>
          <a:xfrm>
            <a:off x="547096" y="556088"/>
            <a:ext cx="164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/>
              <a:t>Option 1 </a:t>
            </a:r>
          </a:p>
        </p:txBody>
      </p:sp>
    </p:spTree>
    <p:extLst>
      <p:ext uri="{BB962C8B-B14F-4D97-AF65-F5344CB8AC3E}">
        <p14:creationId xmlns:p14="http://schemas.microsoft.com/office/powerpoint/2010/main" val="53875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611B-3645-8FC0-7DE0-A0BE31865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335E6-B754-F332-54B3-CD387A54FB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D7F6AC-1EEB-4ABB-AD80-109EC6FDCCF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3BC474C-51AF-2AA7-4FEC-AF146911C6BB}"/>
              </a:ext>
            </a:extLst>
          </p:cNvPr>
          <p:cNvSpPr/>
          <p:nvPr/>
        </p:nvSpPr>
        <p:spPr>
          <a:xfrm>
            <a:off x="1765963" y="2605924"/>
            <a:ext cx="2395658" cy="4124388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AF3063-82AE-3A51-3B2C-09C233F78C56}"/>
              </a:ext>
            </a:extLst>
          </p:cNvPr>
          <p:cNvGrpSpPr/>
          <p:nvPr/>
        </p:nvGrpSpPr>
        <p:grpSpPr>
          <a:xfrm>
            <a:off x="2169967" y="2821970"/>
            <a:ext cx="1228179" cy="792706"/>
            <a:chOff x="5460070" y="3398388"/>
            <a:chExt cx="1228179" cy="10074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C9EA4A-A4FB-3226-B24F-1FB6863E1837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joke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2DE951-B1E9-3FDC-1B5C-3E2EF74AB9D9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3000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3C038B-C733-6484-B5EA-EB45BC57446D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F001463-E5FB-8213-46A5-DA0DE8506851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73FDE0-629D-3943-7E47-F7B1753FAE90}"/>
              </a:ext>
            </a:extLst>
          </p:cNvPr>
          <p:cNvGrpSpPr/>
          <p:nvPr/>
        </p:nvGrpSpPr>
        <p:grpSpPr>
          <a:xfrm>
            <a:off x="2169967" y="3958634"/>
            <a:ext cx="1228179" cy="792706"/>
            <a:chOff x="5460070" y="3398388"/>
            <a:chExt cx="1228179" cy="100746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6B4953-BAA3-0BCE-FB2A-4480570D816D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database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0BC1C3-CE76-9B03-D2CC-C96FCFF7C294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xxxx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6DC4C5-CABF-F63E-DDB7-71828326E81B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4002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61678C-937B-D30F-7E65-0AFD5A00CBCD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D0CBB15-E9E3-FC2A-7020-9243CF0F5914}"/>
              </a:ext>
            </a:extLst>
          </p:cNvPr>
          <p:cNvGrpSpPr/>
          <p:nvPr/>
        </p:nvGrpSpPr>
        <p:grpSpPr>
          <a:xfrm>
            <a:off x="3440248" y="4118675"/>
            <a:ext cx="729757" cy="678177"/>
            <a:chOff x="6121030" y="4243575"/>
            <a:chExt cx="729757" cy="6781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0ABCCD-21DF-8434-9E5C-B8210008AC5B}"/>
                </a:ext>
              </a:extLst>
            </p:cNvPr>
            <p:cNvSpPr txBox="1"/>
            <p:nvPr/>
          </p:nvSpPr>
          <p:spPr>
            <a:xfrm>
              <a:off x="6121030" y="4675531"/>
              <a:ext cx="7297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db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vol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FE976E66-4BF5-A6B8-AE45-7E69ED871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8004" y="4243575"/>
              <a:ext cx="475811" cy="47581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5D81D7-46CE-54A2-0D86-CA3A7349EEE5}"/>
              </a:ext>
            </a:extLst>
          </p:cNvPr>
          <p:cNvGrpSpPr/>
          <p:nvPr/>
        </p:nvGrpSpPr>
        <p:grpSpPr>
          <a:xfrm>
            <a:off x="2169967" y="5245024"/>
            <a:ext cx="1228179" cy="792706"/>
            <a:chOff x="5460070" y="3398388"/>
            <a:chExt cx="1228179" cy="100746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8DBD30-7F68-EB90-4B3A-F5C05F2BB49C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etl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D2CC8B-2DE5-C042-59D3-3F7BC671D896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3001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C643B6-1057-2A6D-8AE0-C93D214E89C5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4001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351AFC-7F31-76DF-0BC7-98F52F2BFBA1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DE38ED5-629B-2807-685D-C645F9226121}"/>
              </a:ext>
            </a:extLst>
          </p:cNvPr>
          <p:cNvSpPr/>
          <p:nvPr/>
        </p:nvSpPr>
        <p:spPr>
          <a:xfrm>
            <a:off x="6778198" y="2605924"/>
            <a:ext cx="2822502" cy="305346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524F224-CEDB-3633-1362-4EED455E80BB}"/>
              </a:ext>
            </a:extLst>
          </p:cNvPr>
          <p:cNvGrpSpPr/>
          <p:nvPr/>
        </p:nvGrpSpPr>
        <p:grpSpPr>
          <a:xfrm>
            <a:off x="6907453" y="2822564"/>
            <a:ext cx="1228179" cy="792706"/>
            <a:chOff x="5460070" y="3398388"/>
            <a:chExt cx="1228179" cy="100746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5FB5BEA-88C8-4F54-2F91-7D81F6B60C5C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submit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DB14428-E9EB-F450-A700-D9FCA3EA4D1A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3200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4CB2883-046C-4E82-3D3F-19104F2AE6BC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4200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DABCDD6-E9CB-2F3F-F462-142957E76E4A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7720D65F-F292-FFBA-EBC8-8C3E4639B5E9}"/>
              </a:ext>
            </a:extLst>
          </p:cNvPr>
          <p:cNvSpPr/>
          <p:nvPr/>
        </p:nvSpPr>
        <p:spPr>
          <a:xfrm>
            <a:off x="6911694" y="4013064"/>
            <a:ext cx="1227221" cy="769966"/>
          </a:xfrm>
          <a:prstGeom prst="rect">
            <a:avLst/>
          </a:prstGeom>
          <a:solidFill>
            <a:srgbClr val="00B5D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FFFFFF"/>
                </a:solidFill>
                <a:latin typeface="Arial Narrow" panose="020B0606020202030204" pitchFamily="34" charset="0"/>
              </a:rPr>
              <a:t>SUBMITTED_JOKES</a:t>
            </a:r>
            <a:endParaRPr lang="en-GB" sz="700" dirty="0">
              <a:solidFill>
                <a:srgbClr val="FFFFFF"/>
              </a:solidFill>
              <a:latin typeface="Arial Narrow" panose="020B0606020202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F289BDD-A0BB-FBDB-D628-ED4EABD24636}"/>
              </a:ext>
            </a:extLst>
          </p:cNvPr>
          <p:cNvSpPr txBox="1"/>
          <p:nvPr/>
        </p:nvSpPr>
        <p:spPr>
          <a:xfrm>
            <a:off x="7290251" y="4551630"/>
            <a:ext cx="538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5672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74FEE98-8E9F-B6CD-3AC4-1EF2F2B394A4}"/>
              </a:ext>
            </a:extLst>
          </p:cNvPr>
          <p:cNvSpPr txBox="1"/>
          <p:nvPr/>
        </p:nvSpPr>
        <p:spPr>
          <a:xfrm>
            <a:off x="7285503" y="4005145"/>
            <a:ext cx="558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5672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6379B78-BB6E-2E8B-5E49-DBAA9DF9F6C8}"/>
              </a:ext>
            </a:extLst>
          </p:cNvPr>
          <p:cNvCxnSpPr>
            <a:cxnSpLocks/>
          </p:cNvCxnSpPr>
          <p:nvPr/>
        </p:nvCxnSpPr>
        <p:spPr>
          <a:xfrm>
            <a:off x="6910736" y="4216137"/>
            <a:ext cx="1227221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CE32F70-3DE2-128B-C373-996D71934039}"/>
              </a:ext>
            </a:extLst>
          </p:cNvPr>
          <p:cNvSpPr/>
          <p:nvPr/>
        </p:nvSpPr>
        <p:spPr>
          <a:xfrm>
            <a:off x="8251769" y="4013064"/>
            <a:ext cx="1227221" cy="769966"/>
          </a:xfrm>
          <a:prstGeom prst="rect">
            <a:avLst/>
          </a:prstGeom>
          <a:solidFill>
            <a:srgbClr val="00B5D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rmq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-admin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2F87CB-40B6-0D3D-522D-A42382DB2F14}"/>
              </a:ext>
            </a:extLst>
          </p:cNvPr>
          <p:cNvSpPr txBox="1"/>
          <p:nvPr/>
        </p:nvSpPr>
        <p:spPr>
          <a:xfrm>
            <a:off x="8546377" y="4551630"/>
            <a:ext cx="629321" cy="25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15672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02F980A-179E-1499-10A8-5FE067C4E299}"/>
              </a:ext>
            </a:extLst>
          </p:cNvPr>
          <p:cNvSpPr txBox="1"/>
          <p:nvPr/>
        </p:nvSpPr>
        <p:spPr>
          <a:xfrm>
            <a:off x="8570142" y="4005145"/>
            <a:ext cx="558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15672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E0056BD-CD94-222F-92A1-9F401F98BC0E}"/>
              </a:ext>
            </a:extLst>
          </p:cNvPr>
          <p:cNvCxnSpPr>
            <a:cxnSpLocks/>
          </p:cNvCxnSpPr>
          <p:nvPr/>
        </p:nvCxnSpPr>
        <p:spPr>
          <a:xfrm>
            <a:off x="8250811" y="4216137"/>
            <a:ext cx="1227221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A869A16-6075-E2DA-B186-22202A964C3C}"/>
              </a:ext>
            </a:extLst>
          </p:cNvPr>
          <p:cNvCxnSpPr>
            <a:cxnSpLocks/>
          </p:cNvCxnSpPr>
          <p:nvPr/>
        </p:nvCxnSpPr>
        <p:spPr>
          <a:xfrm>
            <a:off x="2776072" y="3622595"/>
            <a:ext cx="0" cy="32913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6959FFCB-0CA5-65F1-1BCA-8A22ACF55AC7}"/>
              </a:ext>
            </a:extLst>
          </p:cNvPr>
          <p:cNvCxnSpPr>
            <a:cxnSpLocks/>
          </p:cNvCxnSpPr>
          <p:nvPr/>
        </p:nvCxnSpPr>
        <p:spPr>
          <a:xfrm>
            <a:off x="2784535" y="4755633"/>
            <a:ext cx="0" cy="482489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FFB6907-A2E9-71C6-8061-73E3E5319224}"/>
              </a:ext>
            </a:extLst>
          </p:cNvPr>
          <p:cNvCxnSpPr>
            <a:cxnSpLocks/>
          </p:cNvCxnSpPr>
          <p:nvPr/>
        </p:nvCxnSpPr>
        <p:spPr>
          <a:xfrm>
            <a:off x="3398146" y="5569965"/>
            <a:ext cx="3084710" cy="0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E074409-2ADA-2210-4866-CA3ABDE15B9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398146" y="4351536"/>
            <a:ext cx="273685" cy="0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57CE833F-F22C-F8F1-9CDA-D89D80A72CF9}"/>
              </a:ext>
            </a:extLst>
          </p:cNvPr>
          <p:cNvSpPr txBox="1"/>
          <p:nvPr/>
        </p:nvSpPr>
        <p:spPr>
          <a:xfrm>
            <a:off x="4395871" y="5332905"/>
            <a:ext cx="1467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submitted joke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723E4701-5E39-C80B-8418-D0B878FB4449}"/>
              </a:ext>
            </a:extLst>
          </p:cNvPr>
          <p:cNvCxnSpPr>
            <a:cxnSpLocks/>
          </p:cNvCxnSpPr>
          <p:nvPr/>
        </p:nvCxnSpPr>
        <p:spPr>
          <a:xfrm flipV="1">
            <a:off x="7520730" y="3626504"/>
            <a:ext cx="0" cy="378641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FAF23EDB-AF3A-DAF2-74BB-E29DED45B1BC}"/>
              </a:ext>
            </a:extLst>
          </p:cNvPr>
          <p:cNvCxnSpPr>
            <a:cxnSpLocks/>
          </p:cNvCxnSpPr>
          <p:nvPr/>
        </p:nvCxnSpPr>
        <p:spPr>
          <a:xfrm>
            <a:off x="6475950" y="4409385"/>
            <a:ext cx="418178" cy="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A077ED09-3F8F-55CE-CCD4-384031EF8FA7}"/>
              </a:ext>
            </a:extLst>
          </p:cNvPr>
          <p:cNvCxnSpPr>
            <a:cxnSpLocks/>
          </p:cNvCxnSpPr>
          <p:nvPr/>
        </p:nvCxnSpPr>
        <p:spPr>
          <a:xfrm>
            <a:off x="6482856" y="4398047"/>
            <a:ext cx="7814" cy="118107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100,000 Laptop clipart Vector Images | Depositphotos">
            <a:extLst>
              <a:ext uri="{FF2B5EF4-FFF2-40B4-BE49-F238E27FC236}">
                <a16:creationId xmlns:a16="http://schemas.microsoft.com/office/drawing/2014/main" id="{F8658B95-CB1F-662D-0B41-1EEC9D457F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7" t="12279" r="5669" b="11895"/>
          <a:stretch/>
        </p:blipFill>
        <p:spPr bwMode="auto">
          <a:xfrm>
            <a:off x="3091838" y="67634"/>
            <a:ext cx="1593673" cy="123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3BDDFF2A-7AD3-93C5-797B-734DBEC10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106" y="192755"/>
            <a:ext cx="677751" cy="589111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1EF4B798-A663-982C-C97F-F28CB3C3A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952" y="272330"/>
            <a:ext cx="447588" cy="459065"/>
          </a:xfrm>
          <a:prstGeom prst="rect">
            <a:avLst/>
          </a:prstGeom>
        </p:spPr>
      </p:pic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457904EB-FA1D-20C4-AE44-D9DFAE47E982}"/>
              </a:ext>
            </a:extLst>
          </p:cNvPr>
          <p:cNvCxnSpPr>
            <a:cxnSpLocks/>
            <a:endCxn id="288" idx="2"/>
          </p:cNvCxnSpPr>
          <p:nvPr/>
        </p:nvCxnSpPr>
        <p:spPr>
          <a:xfrm flipV="1">
            <a:off x="5804822" y="768257"/>
            <a:ext cx="1" cy="7046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8" name="Picture 287" descr="A white cloud with blue border&#10;&#10;Description automatically generated">
            <a:extLst>
              <a:ext uri="{FF2B5EF4-FFF2-40B4-BE49-F238E27FC236}">
                <a16:creationId xmlns:a16="http://schemas.microsoft.com/office/drawing/2014/main" id="{A67248CC-B1CC-24EF-EB73-D1EBA7B11F7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367675" y="307886"/>
            <a:ext cx="874295" cy="460371"/>
          </a:xfrm>
          <a:prstGeom prst="rect">
            <a:avLst/>
          </a:prstGeom>
        </p:spPr>
      </p:pic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E4FE4631-0808-EBFC-332C-A28BA177D726}"/>
              </a:ext>
            </a:extLst>
          </p:cNvPr>
          <p:cNvCxnSpPr>
            <a:cxnSpLocks/>
          </p:cNvCxnSpPr>
          <p:nvPr/>
        </p:nvCxnSpPr>
        <p:spPr>
          <a:xfrm flipH="1">
            <a:off x="4585403" y="611726"/>
            <a:ext cx="72287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A3C99C78-CED5-F533-8AAA-19915325D43C}"/>
              </a:ext>
            </a:extLst>
          </p:cNvPr>
          <p:cNvGrpSpPr/>
          <p:nvPr/>
        </p:nvGrpSpPr>
        <p:grpSpPr>
          <a:xfrm>
            <a:off x="7119938" y="232762"/>
            <a:ext cx="4368849" cy="888666"/>
            <a:chOff x="7119938" y="221944"/>
            <a:chExt cx="4368849" cy="888666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1E34D9B6-B709-7D74-2985-AB89C0E6C6A1}"/>
                </a:ext>
              </a:extLst>
            </p:cNvPr>
            <p:cNvSpPr txBox="1"/>
            <p:nvPr/>
          </p:nvSpPr>
          <p:spPr>
            <a:xfrm>
              <a:off x="7291187" y="221944"/>
              <a:ext cx="1280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Public internet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C047289F-0E68-F4DE-604D-32EF1ED72D66}"/>
                </a:ext>
              </a:extLst>
            </p:cNvPr>
            <p:cNvSpPr txBox="1"/>
            <p:nvPr/>
          </p:nvSpPr>
          <p:spPr>
            <a:xfrm>
              <a:off x="7291187" y="489139"/>
              <a:ext cx="17336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Azure private network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6365FD4-0659-25DA-1B41-60FE5952169F}"/>
                </a:ext>
              </a:extLst>
            </p:cNvPr>
            <p:cNvSpPr txBox="1"/>
            <p:nvPr/>
          </p:nvSpPr>
          <p:spPr>
            <a:xfrm>
              <a:off x="7290251" y="758034"/>
              <a:ext cx="17414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Docker private network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46F62F74-959B-5C21-D122-F2DD6C8C1991}"/>
                </a:ext>
              </a:extLst>
            </p:cNvPr>
            <p:cNvSpPr/>
            <p:nvPr/>
          </p:nvSpPr>
          <p:spPr>
            <a:xfrm>
              <a:off x="9431790" y="256707"/>
              <a:ext cx="183441" cy="2119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3A3F50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E4E19227-1361-ED39-96E7-90DFBAD2C231}"/>
                </a:ext>
              </a:extLst>
            </p:cNvPr>
            <p:cNvSpPr txBox="1"/>
            <p:nvPr/>
          </p:nvSpPr>
          <p:spPr>
            <a:xfrm>
              <a:off x="9600700" y="239562"/>
              <a:ext cx="1280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Virtual machine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6AD2CB9C-910C-96FB-D1C7-357B1E1B485D}"/>
                </a:ext>
              </a:extLst>
            </p:cNvPr>
            <p:cNvSpPr/>
            <p:nvPr/>
          </p:nvSpPr>
          <p:spPr>
            <a:xfrm>
              <a:off x="9431785" y="563592"/>
              <a:ext cx="183442" cy="2183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F7A9E549-4FFE-CFAA-FF0A-8EA1C906716E}"/>
                </a:ext>
              </a:extLst>
            </p:cNvPr>
            <p:cNvSpPr txBox="1"/>
            <p:nvPr/>
          </p:nvSpPr>
          <p:spPr>
            <a:xfrm>
              <a:off x="9600700" y="542221"/>
              <a:ext cx="13925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Application container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9F9A293B-01CC-2B7F-7203-B4278061345D}"/>
                </a:ext>
              </a:extLst>
            </p:cNvPr>
            <p:cNvSpPr/>
            <p:nvPr/>
          </p:nvSpPr>
          <p:spPr>
            <a:xfrm>
              <a:off x="9433831" y="885760"/>
              <a:ext cx="183442" cy="218324"/>
            </a:xfrm>
            <a:prstGeom prst="rect">
              <a:avLst/>
            </a:prstGeom>
            <a:solidFill>
              <a:srgbClr val="00B5DD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CED75E7A-201A-F2CE-4FFB-069A3174A356}"/>
                </a:ext>
              </a:extLst>
            </p:cNvPr>
            <p:cNvSpPr txBox="1"/>
            <p:nvPr/>
          </p:nvSpPr>
          <p:spPr>
            <a:xfrm>
              <a:off x="9602745" y="864389"/>
              <a:ext cx="18860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Rabbitmq combined container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C2F99BF2-8BA4-F074-3FBD-F37453569C49}"/>
                </a:ext>
              </a:extLst>
            </p:cNvPr>
            <p:cNvCxnSpPr>
              <a:cxnSpLocks/>
              <a:stCxn id="189" idx="1"/>
            </p:cNvCxnSpPr>
            <p:nvPr/>
          </p:nvCxnSpPr>
          <p:spPr>
            <a:xfrm flipH="1" flipV="1">
              <a:off x="7126597" y="342203"/>
              <a:ext cx="164590" cy="285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6E0046B9-00B3-C720-EC80-0335C206398A}"/>
                </a:ext>
              </a:extLst>
            </p:cNvPr>
            <p:cNvCxnSpPr>
              <a:cxnSpLocks/>
              <a:endCxn id="190" idx="1"/>
            </p:cNvCxnSpPr>
            <p:nvPr/>
          </p:nvCxnSpPr>
          <p:spPr>
            <a:xfrm>
              <a:off x="7119938" y="611726"/>
              <a:ext cx="171249" cy="524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CB19669F-4157-FA6C-6828-73AE4773A608}"/>
                </a:ext>
              </a:extLst>
            </p:cNvPr>
            <p:cNvCxnSpPr>
              <a:cxnSpLocks/>
              <a:endCxn id="191" idx="1"/>
            </p:cNvCxnSpPr>
            <p:nvPr/>
          </p:nvCxnSpPr>
          <p:spPr>
            <a:xfrm>
              <a:off x="7125661" y="881145"/>
              <a:ext cx="164590" cy="0"/>
            </a:xfrm>
            <a:prstGeom prst="line">
              <a:avLst/>
            </a:prstGeom>
            <a:ln w="28575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0D667B3B-C080-AC92-628C-26702F35332A}"/>
              </a:ext>
            </a:extLst>
          </p:cNvPr>
          <p:cNvSpPr/>
          <p:nvPr/>
        </p:nvSpPr>
        <p:spPr>
          <a:xfrm>
            <a:off x="6986733" y="154507"/>
            <a:ext cx="4536422" cy="10541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BDD8C803-A37A-514E-064B-C9F11385673D}"/>
              </a:ext>
            </a:extLst>
          </p:cNvPr>
          <p:cNvGrpSpPr/>
          <p:nvPr/>
        </p:nvGrpSpPr>
        <p:grpSpPr>
          <a:xfrm>
            <a:off x="9928339" y="1368560"/>
            <a:ext cx="1603694" cy="664288"/>
            <a:chOff x="525743" y="202875"/>
            <a:chExt cx="1603694" cy="664288"/>
          </a:xfrm>
        </p:grpSpPr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ADA4CFF4-4022-BD62-B9F3-36AA26E2694E}"/>
                </a:ext>
              </a:extLst>
            </p:cNvPr>
            <p:cNvSpPr txBox="1"/>
            <p:nvPr/>
          </p:nvSpPr>
          <p:spPr>
            <a:xfrm>
              <a:off x="560875" y="288074"/>
              <a:ext cx="14817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Container port number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BE122E81-D837-30CE-D5BD-A37B276D726E}"/>
                </a:ext>
              </a:extLst>
            </p:cNvPr>
            <p:cNvSpPr txBox="1"/>
            <p:nvPr/>
          </p:nvSpPr>
          <p:spPr>
            <a:xfrm>
              <a:off x="572206" y="529764"/>
              <a:ext cx="15572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Application port number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236455C6-09E3-1418-17BA-5C7A9A49807A}"/>
                </a:ext>
              </a:extLst>
            </p:cNvPr>
            <p:cNvSpPr/>
            <p:nvPr/>
          </p:nvSpPr>
          <p:spPr>
            <a:xfrm>
              <a:off x="525743" y="202875"/>
              <a:ext cx="1557231" cy="6642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8BDAD68-B422-93FF-BD0C-F6EA277152FD}"/>
              </a:ext>
            </a:extLst>
          </p:cNvPr>
          <p:cNvSpPr txBox="1"/>
          <p:nvPr/>
        </p:nvSpPr>
        <p:spPr>
          <a:xfrm>
            <a:off x="1869989" y="6132403"/>
            <a:ext cx="2173044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A3F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B6680F-E84E-5FFF-8487-04621F2DB1B9}"/>
              </a:ext>
            </a:extLst>
          </p:cNvPr>
          <p:cNvSpPr txBox="1"/>
          <p:nvPr/>
        </p:nvSpPr>
        <p:spPr>
          <a:xfrm>
            <a:off x="6922129" y="4923649"/>
            <a:ext cx="255590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A3F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A77710B-B1A5-B241-C0F6-5B1646AF5C38}"/>
              </a:ext>
            </a:extLst>
          </p:cNvPr>
          <p:cNvGrpSpPr/>
          <p:nvPr/>
        </p:nvGrpSpPr>
        <p:grpSpPr>
          <a:xfrm>
            <a:off x="2906088" y="1827224"/>
            <a:ext cx="1294789" cy="448700"/>
            <a:chOff x="2777471" y="2094287"/>
            <a:chExt cx="1294789" cy="4487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160FDC3-4285-2353-5C45-3DA76C933B8A}"/>
                </a:ext>
              </a:extLst>
            </p:cNvPr>
            <p:cNvSpPr txBox="1"/>
            <p:nvPr/>
          </p:nvSpPr>
          <p:spPr>
            <a:xfrm>
              <a:off x="2777471" y="2296766"/>
              <a:ext cx="12947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/joke/:type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1B4F6E-7F56-71F0-1CD8-4A03A45DE366}"/>
                </a:ext>
              </a:extLst>
            </p:cNvPr>
            <p:cNvSpPr txBox="1"/>
            <p:nvPr/>
          </p:nvSpPr>
          <p:spPr>
            <a:xfrm>
              <a:off x="2784677" y="2094287"/>
              <a:ext cx="8451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/types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7710130-B750-5F85-EC3B-FF7930938C20}"/>
              </a:ext>
            </a:extLst>
          </p:cNvPr>
          <p:cNvGrpSpPr/>
          <p:nvPr/>
        </p:nvGrpSpPr>
        <p:grpSpPr>
          <a:xfrm>
            <a:off x="8175600" y="2954255"/>
            <a:ext cx="790738" cy="666320"/>
            <a:chOff x="6091367" y="4300725"/>
            <a:chExt cx="790738" cy="66632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74EECA-5743-ABE9-36E5-1A15CBB17EA5}"/>
                </a:ext>
              </a:extLst>
            </p:cNvPr>
            <p:cNvSpPr txBox="1"/>
            <p:nvPr/>
          </p:nvSpPr>
          <p:spPr>
            <a:xfrm>
              <a:off x="6091367" y="4720824"/>
              <a:ext cx="7907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types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2" name="Graphic 61" descr="Database with solid fill">
              <a:extLst>
                <a:ext uri="{FF2B5EF4-FFF2-40B4-BE49-F238E27FC236}">
                  <a16:creationId xmlns:a16="http://schemas.microsoft.com/office/drawing/2014/main" id="{B636469B-511C-7BD9-BD06-3DDE6F94C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8004" y="4300725"/>
              <a:ext cx="475811" cy="475811"/>
            </a:xfrm>
            <a:prstGeom prst="rect">
              <a:avLst/>
            </a:prstGeom>
          </p:spPr>
        </p:pic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A1C597-8037-5514-ADB4-89EC22BB9DAD}"/>
              </a:ext>
            </a:extLst>
          </p:cNvPr>
          <p:cNvCxnSpPr>
            <a:cxnSpLocks/>
          </p:cNvCxnSpPr>
          <p:nvPr/>
        </p:nvCxnSpPr>
        <p:spPr>
          <a:xfrm>
            <a:off x="8134674" y="3200774"/>
            <a:ext cx="273685" cy="0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429C703-163A-2968-F99D-B887F319FFA6}"/>
              </a:ext>
            </a:extLst>
          </p:cNvPr>
          <p:cNvSpPr txBox="1"/>
          <p:nvPr/>
        </p:nvSpPr>
        <p:spPr>
          <a:xfrm>
            <a:off x="8200094" y="1745396"/>
            <a:ext cx="845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/types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2BE677-9F03-E64C-2131-395CF1251480}"/>
              </a:ext>
            </a:extLst>
          </p:cNvPr>
          <p:cNvSpPr txBox="1"/>
          <p:nvPr/>
        </p:nvSpPr>
        <p:spPr>
          <a:xfrm>
            <a:off x="8200094" y="1897809"/>
            <a:ext cx="1323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/submit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C0500A-CFAC-BDF7-717C-FD973BC1C833}"/>
              </a:ext>
            </a:extLst>
          </p:cNvPr>
          <p:cNvSpPr txBox="1"/>
          <p:nvPr/>
        </p:nvSpPr>
        <p:spPr>
          <a:xfrm>
            <a:off x="8195973" y="2050209"/>
            <a:ext cx="845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/docs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F492BE-91FA-A4D8-18A3-D14222C6799C}"/>
              </a:ext>
            </a:extLst>
          </p:cNvPr>
          <p:cNvCxnSpPr>
            <a:cxnSpLocks/>
            <a:stCxn id="95" idx="1"/>
            <a:endCxn id="6" idx="3"/>
          </p:cNvCxnSpPr>
          <p:nvPr/>
        </p:nvCxnSpPr>
        <p:spPr>
          <a:xfrm flipH="1" flipV="1">
            <a:off x="3398146" y="3214872"/>
            <a:ext cx="3510265" cy="594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0CB393E-FA39-D929-64E3-B9FE4ED84A57}"/>
              </a:ext>
            </a:extLst>
          </p:cNvPr>
          <p:cNvSpPr txBox="1"/>
          <p:nvPr/>
        </p:nvSpPr>
        <p:spPr>
          <a:xfrm>
            <a:off x="4862831" y="2957583"/>
            <a:ext cx="856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/types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A3B824-BAA0-6561-194E-0921A7C04489}"/>
              </a:ext>
            </a:extLst>
          </p:cNvPr>
          <p:cNvCxnSpPr>
            <a:cxnSpLocks/>
          </p:cNvCxnSpPr>
          <p:nvPr/>
        </p:nvCxnSpPr>
        <p:spPr>
          <a:xfrm flipH="1">
            <a:off x="2809024" y="1469182"/>
            <a:ext cx="5348975" cy="37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5C8AE20-EC70-4980-CE46-EB40EB8837D3}"/>
              </a:ext>
            </a:extLst>
          </p:cNvPr>
          <p:cNvCxnSpPr>
            <a:cxnSpLocks/>
          </p:cNvCxnSpPr>
          <p:nvPr/>
        </p:nvCxnSpPr>
        <p:spPr>
          <a:xfrm flipV="1">
            <a:off x="2818939" y="1464971"/>
            <a:ext cx="0" cy="11261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A2C10D7-480C-B99F-7951-F9A889F3ADC0}"/>
              </a:ext>
            </a:extLst>
          </p:cNvPr>
          <p:cNvCxnSpPr>
            <a:cxnSpLocks/>
          </p:cNvCxnSpPr>
          <p:nvPr/>
        </p:nvCxnSpPr>
        <p:spPr>
          <a:xfrm flipV="1">
            <a:off x="8157999" y="1472890"/>
            <a:ext cx="0" cy="113303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C69855C-0A11-F292-CB6A-78152C961768}"/>
              </a:ext>
            </a:extLst>
          </p:cNvPr>
          <p:cNvSpPr txBox="1"/>
          <p:nvPr/>
        </p:nvSpPr>
        <p:spPr>
          <a:xfrm>
            <a:off x="8212839" y="2316258"/>
            <a:ext cx="845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MQ admin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64A0872-6C10-A289-A174-E110F852939D}"/>
              </a:ext>
            </a:extLst>
          </p:cNvPr>
          <p:cNvSpPr txBox="1"/>
          <p:nvPr/>
        </p:nvSpPr>
        <p:spPr>
          <a:xfrm>
            <a:off x="547096" y="556088"/>
            <a:ext cx="164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/>
              <a:t>Option 2 </a:t>
            </a:r>
          </a:p>
        </p:txBody>
      </p:sp>
    </p:spTree>
    <p:extLst>
      <p:ext uri="{BB962C8B-B14F-4D97-AF65-F5344CB8AC3E}">
        <p14:creationId xmlns:p14="http://schemas.microsoft.com/office/powerpoint/2010/main" val="358796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66CE3-CCA1-FC44-DBDC-4EDD4D45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7AD4B-ECC9-3BCC-83D9-C5A23D9275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D7F6AC-1EEB-4ABB-AD80-109EC6FDCCF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CF96C9E-4DCC-B6DF-6BC0-B5AFB8011CAC}"/>
              </a:ext>
            </a:extLst>
          </p:cNvPr>
          <p:cNvSpPr/>
          <p:nvPr/>
        </p:nvSpPr>
        <p:spPr>
          <a:xfrm>
            <a:off x="1765963" y="2605924"/>
            <a:ext cx="2395658" cy="4124388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D0AC6B-F17C-098A-E592-77487D977D70}"/>
              </a:ext>
            </a:extLst>
          </p:cNvPr>
          <p:cNvGrpSpPr/>
          <p:nvPr/>
        </p:nvGrpSpPr>
        <p:grpSpPr>
          <a:xfrm>
            <a:off x="2169967" y="2821970"/>
            <a:ext cx="1228179" cy="792706"/>
            <a:chOff x="5460070" y="3398388"/>
            <a:chExt cx="1228179" cy="10074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0CFA3A-4A0F-9332-4B00-77C932608162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question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B09478-F19D-7A90-4E1B-9488FC590210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3000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22C86E-CE8A-E0A6-2D45-E44262F0013A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69F217B-6684-3C0F-519A-EF9312D0658F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7254BB-A019-CC10-8F37-20AE99A2901D}"/>
              </a:ext>
            </a:extLst>
          </p:cNvPr>
          <p:cNvGrpSpPr/>
          <p:nvPr/>
        </p:nvGrpSpPr>
        <p:grpSpPr>
          <a:xfrm>
            <a:off x="2169967" y="3958634"/>
            <a:ext cx="1228179" cy="792706"/>
            <a:chOff x="5460070" y="3398388"/>
            <a:chExt cx="1228179" cy="100746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C23BC5-4EF6-E05F-FBE1-CDEB81942FBE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database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050EE6-7976-1589-738B-99FAFBF82C2C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xxxx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6D5081-8678-AB2A-BF04-6B26410C9FD5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4002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2249B78-9744-4E3B-668E-8F7F22049A18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6AFFA4-EFA4-568C-0B20-CBF1F883F2D7}"/>
              </a:ext>
            </a:extLst>
          </p:cNvPr>
          <p:cNvGrpSpPr/>
          <p:nvPr/>
        </p:nvGrpSpPr>
        <p:grpSpPr>
          <a:xfrm>
            <a:off x="3440248" y="4118675"/>
            <a:ext cx="729757" cy="678177"/>
            <a:chOff x="6121030" y="4243575"/>
            <a:chExt cx="729757" cy="6781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1EC306-EEEF-069F-CC71-302AB4506D48}"/>
                </a:ext>
              </a:extLst>
            </p:cNvPr>
            <p:cNvSpPr txBox="1"/>
            <p:nvPr/>
          </p:nvSpPr>
          <p:spPr>
            <a:xfrm>
              <a:off x="6121030" y="4675531"/>
              <a:ext cx="7297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db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vol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24A2E045-4E41-BEF5-649C-FA9961DA2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8004" y="4243575"/>
              <a:ext cx="475811" cy="47581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07FECD-5ED6-86AD-B8EF-C3B650E7157A}"/>
              </a:ext>
            </a:extLst>
          </p:cNvPr>
          <p:cNvGrpSpPr/>
          <p:nvPr/>
        </p:nvGrpSpPr>
        <p:grpSpPr>
          <a:xfrm>
            <a:off x="2169967" y="5245024"/>
            <a:ext cx="1228179" cy="792706"/>
            <a:chOff x="5460070" y="3398388"/>
            <a:chExt cx="1228179" cy="100746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828D25-2A86-EA4F-7E36-4DA00570534E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etl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761EF6-9B64-73C1-4D61-C9F70467189D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3001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4CDFC83-5F05-DB00-31CF-D3A70B444D4D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4001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F9E75E4-C1E9-6ADB-A0F7-FFC7AE11C01B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B1B4A989-7DB7-4AAE-EEFB-1E7AFB95848A}"/>
              </a:ext>
            </a:extLst>
          </p:cNvPr>
          <p:cNvSpPr/>
          <p:nvPr/>
        </p:nvSpPr>
        <p:spPr>
          <a:xfrm>
            <a:off x="6778198" y="2605924"/>
            <a:ext cx="2822502" cy="305346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10922DE-3BE2-BFCD-512D-DE4E52B2C4E5}"/>
              </a:ext>
            </a:extLst>
          </p:cNvPr>
          <p:cNvGrpSpPr/>
          <p:nvPr/>
        </p:nvGrpSpPr>
        <p:grpSpPr>
          <a:xfrm>
            <a:off x="6907453" y="2822564"/>
            <a:ext cx="1228179" cy="792706"/>
            <a:chOff x="5460070" y="3398388"/>
            <a:chExt cx="1228179" cy="100746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6057325-EBEF-386C-7ED3-B55BBCA5F664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submit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D5E18C8-574F-B2C0-5BA9-873ED62122F3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3200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E52A5AD-83F8-4FAA-F12E-C56B839C5D1A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4200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F1A0535-845C-A1C9-84EA-40D6D8959FD8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7B3A7784-CD90-9992-07B9-E1EB49159BA4}"/>
              </a:ext>
            </a:extLst>
          </p:cNvPr>
          <p:cNvSpPr/>
          <p:nvPr/>
        </p:nvSpPr>
        <p:spPr>
          <a:xfrm>
            <a:off x="6911694" y="4013064"/>
            <a:ext cx="1227221" cy="769966"/>
          </a:xfrm>
          <a:prstGeom prst="rect">
            <a:avLst/>
          </a:prstGeom>
          <a:solidFill>
            <a:srgbClr val="00B5D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FFFFFF"/>
                </a:solidFill>
                <a:latin typeface="Arial Narrow" panose="020B0606020202030204" pitchFamily="34" charset="0"/>
              </a:rPr>
              <a:t>SUBMITTED_JOKES</a:t>
            </a:r>
            <a:endParaRPr lang="en-GB" sz="700" dirty="0">
              <a:solidFill>
                <a:srgbClr val="FFFFFF"/>
              </a:solidFill>
              <a:latin typeface="Arial Narrow" panose="020B0606020202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969B2C1-422A-CD0E-FC86-AE183DFBFA5F}"/>
              </a:ext>
            </a:extLst>
          </p:cNvPr>
          <p:cNvSpPr txBox="1"/>
          <p:nvPr/>
        </p:nvSpPr>
        <p:spPr>
          <a:xfrm>
            <a:off x="7290251" y="4551630"/>
            <a:ext cx="538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5672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64E6BF3-FB8A-737E-E3B0-DFEB078F1295}"/>
              </a:ext>
            </a:extLst>
          </p:cNvPr>
          <p:cNvSpPr txBox="1"/>
          <p:nvPr/>
        </p:nvSpPr>
        <p:spPr>
          <a:xfrm>
            <a:off x="7285503" y="4005145"/>
            <a:ext cx="558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5672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09053AD-4B8A-BF39-2887-228195D7B442}"/>
              </a:ext>
            </a:extLst>
          </p:cNvPr>
          <p:cNvCxnSpPr>
            <a:cxnSpLocks/>
          </p:cNvCxnSpPr>
          <p:nvPr/>
        </p:nvCxnSpPr>
        <p:spPr>
          <a:xfrm>
            <a:off x="6910736" y="4216137"/>
            <a:ext cx="1227221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09A5CDB-8FF0-D45F-6C51-EACBFB1175A6}"/>
              </a:ext>
            </a:extLst>
          </p:cNvPr>
          <p:cNvSpPr/>
          <p:nvPr/>
        </p:nvSpPr>
        <p:spPr>
          <a:xfrm>
            <a:off x="8251769" y="4013064"/>
            <a:ext cx="1227221" cy="769966"/>
          </a:xfrm>
          <a:prstGeom prst="rect">
            <a:avLst/>
          </a:prstGeom>
          <a:solidFill>
            <a:srgbClr val="00B5D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rmq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-admin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944010-03E8-5F9C-4876-878C01BB3CF4}"/>
              </a:ext>
            </a:extLst>
          </p:cNvPr>
          <p:cNvSpPr txBox="1"/>
          <p:nvPr/>
        </p:nvSpPr>
        <p:spPr>
          <a:xfrm>
            <a:off x="8630326" y="4551630"/>
            <a:ext cx="538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15672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F26A101-2DC5-F3EC-52A1-6F4CE34306FE}"/>
              </a:ext>
            </a:extLst>
          </p:cNvPr>
          <p:cNvSpPr txBox="1"/>
          <p:nvPr/>
        </p:nvSpPr>
        <p:spPr>
          <a:xfrm>
            <a:off x="8625578" y="4005145"/>
            <a:ext cx="558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15672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A17000B-2E70-30A6-5100-42D54BA9A339}"/>
              </a:ext>
            </a:extLst>
          </p:cNvPr>
          <p:cNvCxnSpPr>
            <a:cxnSpLocks/>
          </p:cNvCxnSpPr>
          <p:nvPr/>
        </p:nvCxnSpPr>
        <p:spPr>
          <a:xfrm>
            <a:off x="8250811" y="4216137"/>
            <a:ext cx="1227221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B70EC06-DCD1-C994-79D5-1A4037273B53}"/>
              </a:ext>
            </a:extLst>
          </p:cNvPr>
          <p:cNvCxnSpPr>
            <a:cxnSpLocks/>
          </p:cNvCxnSpPr>
          <p:nvPr/>
        </p:nvCxnSpPr>
        <p:spPr>
          <a:xfrm>
            <a:off x="2776072" y="3622595"/>
            <a:ext cx="0" cy="32913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918FCAD-D56D-043E-36E0-404D4B4BF023}"/>
              </a:ext>
            </a:extLst>
          </p:cNvPr>
          <p:cNvCxnSpPr>
            <a:cxnSpLocks/>
          </p:cNvCxnSpPr>
          <p:nvPr/>
        </p:nvCxnSpPr>
        <p:spPr>
          <a:xfrm>
            <a:off x="2784535" y="4755633"/>
            <a:ext cx="0" cy="482489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21F94AE-6C25-4654-C3F1-DECEE238B59F}"/>
              </a:ext>
            </a:extLst>
          </p:cNvPr>
          <p:cNvCxnSpPr>
            <a:cxnSpLocks/>
          </p:cNvCxnSpPr>
          <p:nvPr/>
        </p:nvCxnSpPr>
        <p:spPr>
          <a:xfrm>
            <a:off x="3398146" y="5569965"/>
            <a:ext cx="3084710" cy="0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3B8DD06-7A68-C12B-283A-EC2D39ADF13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398146" y="4351536"/>
            <a:ext cx="273685" cy="0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D17D1C98-2767-5C1A-6B83-731058C0B295}"/>
              </a:ext>
            </a:extLst>
          </p:cNvPr>
          <p:cNvSpPr txBox="1"/>
          <p:nvPr/>
        </p:nvSpPr>
        <p:spPr>
          <a:xfrm>
            <a:off x="4395871" y="5332905"/>
            <a:ext cx="1467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submitted jokes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64AA9FA2-52F6-1AD3-3473-476931039008}"/>
              </a:ext>
            </a:extLst>
          </p:cNvPr>
          <p:cNvCxnSpPr>
            <a:cxnSpLocks/>
          </p:cNvCxnSpPr>
          <p:nvPr/>
        </p:nvCxnSpPr>
        <p:spPr>
          <a:xfrm flipV="1">
            <a:off x="7520730" y="3626504"/>
            <a:ext cx="0" cy="378641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4D54876-F4D1-8111-E2C3-72092A9B2EC6}"/>
              </a:ext>
            </a:extLst>
          </p:cNvPr>
          <p:cNvCxnSpPr>
            <a:cxnSpLocks/>
          </p:cNvCxnSpPr>
          <p:nvPr/>
        </p:nvCxnSpPr>
        <p:spPr>
          <a:xfrm>
            <a:off x="6475950" y="4409385"/>
            <a:ext cx="418178" cy="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74EF0BC7-0B8F-40C3-D21F-99A6A0170A3C}"/>
              </a:ext>
            </a:extLst>
          </p:cNvPr>
          <p:cNvCxnSpPr>
            <a:cxnSpLocks/>
          </p:cNvCxnSpPr>
          <p:nvPr/>
        </p:nvCxnSpPr>
        <p:spPr>
          <a:xfrm>
            <a:off x="6482856" y="4398047"/>
            <a:ext cx="7814" cy="118107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100,000 Laptop clipart Vector Images | Depositphotos">
            <a:extLst>
              <a:ext uri="{FF2B5EF4-FFF2-40B4-BE49-F238E27FC236}">
                <a16:creationId xmlns:a16="http://schemas.microsoft.com/office/drawing/2014/main" id="{CCEE2518-C377-4DE1-59C0-8D7E10C43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7" t="12279" r="5669" b="11895"/>
          <a:stretch/>
        </p:blipFill>
        <p:spPr bwMode="auto">
          <a:xfrm>
            <a:off x="3091838" y="67634"/>
            <a:ext cx="1593673" cy="123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40C275F2-FEB5-88DA-D920-38A2E1DDD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106" y="192755"/>
            <a:ext cx="677751" cy="589111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4F8EB996-9A18-786D-E049-B4E8AC91B1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952" y="272330"/>
            <a:ext cx="447588" cy="459065"/>
          </a:xfrm>
          <a:prstGeom prst="rect">
            <a:avLst/>
          </a:prstGeom>
        </p:spPr>
      </p:pic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CAF40370-39E5-F702-E95F-D19A1F00722F}"/>
              </a:ext>
            </a:extLst>
          </p:cNvPr>
          <p:cNvCxnSpPr>
            <a:cxnSpLocks/>
            <a:endCxn id="288" idx="2"/>
          </p:cNvCxnSpPr>
          <p:nvPr/>
        </p:nvCxnSpPr>
        <p:spPr>
          <a:xfrm flipV="1">
            <a:off x="5804823" y="768257"/>
            <a:ext cx="0" cy="6462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8" name="Picture 287" descr="A white cloud with blue border&#10;&#10;Description automatically generated">
            <a:extLst>
              <a:ext uri="{FF2B5EF4-FFF2-40B4-BE49-F238E27FC236}">
                <a16:creationId xmlns:a16="http://schemas.microsoft.com/office/drawing/2014/main" id="{6DEA2BDC-3A4B-88B5-7ADA-4D678AA6015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367675" y="307886"/>
            <a:ext cx="874295" cy="460371"/>
          </a:xfrm>
          <a:prstGeom prst="rect">
            <a:avLst/>
          </a:prstGeom>
        </p:spPr>
      </p:pic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559AFA42-E3B7-9452-BF8D-A4FBE1377020}"/>
              </a:ext>
            </a:extLst>
          </p:cNvPr>
          <p:cNvCxnSpPr>
            <a:cxnSpLocks/>
          </p:cNvCxnSpPr>
          <p:nvPr/>
        </p:nvCxnSpPr>
        <p:spPr>
          <a:xfrm flipH="1">
            <a:off x="4585403" y="611726"/>
            <a:ext cx="72287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BBFB7CBA-F65B-4369-7174-85FA507B676E}"/>
              </a:ext>
            </a:extLst>
          </p:cNvPr>
          <p:cNvGrpSpPr/>
          <p:nvPr/>
        </p:nvGrpSpPr>
        <p:grpSpPr>
          <a:xfrm>
            <a:off x="7119938" y="232762"/>
            <a:ext cx="4368849" cy="888666"/>
            <a:chOff x="7119938" y="221944"/>
            <a:chExt cx="4368849" cy="888666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2471882-464C-A857-606E-EE6A10B611D3}"/>
                </a:ext>
              </a:extLst>
            </p:cNvPr>
            <p:cNvSpPr txBox="1"/>
            <p:nvPr/>
          </p:nvSpPr>
          <p:spPr>
            <a:xfrm>
              <a:off x="7291187" y="221944"/>
              <a:ext cx="1280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Public internet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0BA5DE2E-E288-AF07-34FB-DC6EF7303AEF}"/>
                </a:ext>
              </a:extLst>
            </p:cNvPr>
            <p:cNvSpPr txBox="1"/>
            <p:nvPr/>
          </p:nvSpPr>
          <p:spPr>
            <a:xfrm>
              <a:off x="7291187" y="489139"/>
              <a:ext cx="17336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Azure private network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F51106F-9DBC-40B2-37A3-F02FAFF6E4AC}"/>
                </a:ext>
              </a:extLst>
            </p:cNvPr>
            <p:cNvSpPr txBox="1"/>
            <p:nvPr/>
          </p:nvSpPr>
          <p:spPr>
            <a:xfrm>
              <a:off x="7290251" y="758034"/>
              <a:ext cx="17414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Docker private network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4D45CF6-5B46-AACC-4342-47E91D181147}"/>
                </a:ext>
              </a:extLst>
            </p:cNvPr>
            <p:cNvSpPr/>
            <p:nvPr/>
          </p:nvSpPr>
          <p:spPr>
            <a:xfrm>
              <a:off x="9431790" y="256707"/>
              <a:ext cx="183441" cy="2119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3A3F50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65BCDD69-3C40-FB80-E95C-655721297763}"/>
                </a:ext>
              </a:extLst>
            </p:cNvPr>
            <p:cNvSpPr txBox="1"/>
            <p:nvPr/>
          </p:nvSpPr>
          <p:spPr>
            <a:xfrm>
              <a:off x="9600700" y="239562"/>
              <a:ext cx="1280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Virtual machine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60BAEA4F-1D70-6AD8-6CE4-F1CCDBEAA266}"/>
                </a:ext>
              </a:extLst>
            </p:cNvPr>
            <p:cNvSpPr/>
            <p:nvPr/>
          </p:nvSpPr>
          <p:spPr>
            <a:xfrm>
              <a:off x="9431785" y="563592"/>
              <a:ext cx="183442" cy="2183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83D43D17-A315-59FA-DEE7-238FA31C75D9}"/>
                </a:ext>
              </a:extLst>
            </p:cNvPr>
            <p:cNvSpPr txBox="1"/>
            <p:nvPr/>
          </p:nvSpPr>
          <p:spPr>
            <a:xfrm>
              <a:off x="9600700" y="542221"/>
              <a:ext cx="13925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Application container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A439607E-82D0-0774-7CF1-DB7170E122D2}"/>
                </a:ext>
              </a:extLst>
            </p:cNvPr>
            <p:cNvSpPr/>
            <p:nvPr/>
          </p:nvSpPr>
          <p:spPr>
            <a:xfrm>
              <a:off x="9433831" y="885760"/>
              <a:ext cx="183442" cy="218324"/>
            </a:xfrm>
            <a:prstGeom prst="rect">
              <a:avLst/>
            </a:prstGeom>
            <a:solidFill>
              <a:srgbClr val="00B5DD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9B5C50A5-7ECB-62FE-FF12-5586F6624B67}"/>
                </a:ext>
              </a:extLst>
            </p:cNvPr>
            <p:cNvSpPr txBox="1"/>
            <p:nvPr/>
          </p:nvSpPr>
          <p:spPr>
            <a:xfrm>
              <a:off x="9602745" y="864389"/>
              <a:ext cx="18860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Rabbitmq combined container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A9069184-F187-37BC-337C-CA13948F9CB1}"/>
                </a:ext>
              </a:extLst>
            </p:cNvPr>
            <p:cNvCxnSpPr>
              <a:cxnSpLocks/>
              <a:stCxn id="189" idx="1"/>
            </p:cNvCxnSpPr>
            <p:nvPr/>
          </p:nvCxnSpPr>
          <p:spPr>
            <a:xfrm flipH="1" flipV="1">
              <a:off x="7126597" y="342203"/>
              <a:ext cx="164590" cy="285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BAF30130-BB63-1A5B-E1AD-8B93D7D186BB}"/>
                </a:ext>
              </a:extLst>
            </p:cNvPr>
            <p:cNvCxnSpPr>
              <a:cxnSpLocks/>
              <a:endCxn id="190" idx="1"/>
            </p:cNvCxnSpPr>
            <p:nvPr/>
          </p:nvCxnSpPr>
          <p:spPr>
            <a:xfrm>
              <a:off x="7119938" y="611726"/>
              <a:ext cx="171249" cy="524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C608A44B-63AC-5CD6-180F-DE3598289FFA}"/>
                </a:ext>
              </a:extLst>
            </p:cNvPr>
            <p:cNvCxnSpPr>
              <a:cxnSpLocks/>
              <a:endCxn id="191" idx="1"/>
            </p:cNvCxnSpPr>
            <p:nvPr/>
          </p:nvCxnSpPr>
          <p:spPr>
            <a:xfrm>
              <a:off x="7125661" y="881145"/>
              <a:ext cx="164590" cy="0"/>
            </a:xfrm>
            <a:prstGeom prst="line">
              <a:avLst/>
            </a:prstGeom>
            <a:ln w="28575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8DA25A4B-7114-959C-7DDD-10BB91AF4E08}"/>
              </a:ext>
            </a:extLst>
          </p:cNvPr>
          <p:cNvSpPr/>
          <p:nvPr/>
        </p:nvSpPr>
        <p:spPr>
          <a:xfrm>
            <a:off x="6986733" y="154507"/>
            <a:ext cx="4536422" cy="10541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0E48E09A-8370-54A6-1D09-875B5752CA3F}"/>
              </a:ext>
            </a:extLst>
          </p:cNvPr>
          <p:cNvGrpSpPr/>
          <p:nvPr/>
        </p:nvGrpSpPr>
        <p:grpSpPr>
          <a:xfrm>
            <a:off x="9928339" y="1348924"/>
            <a:ext cx="1603694" cy="664288"/>
            <a:chOff x="525743" y="202875"/>
            <a:chExt cx="1603694" cy="664288"/>
          </a:xfrm>
        </p:grpSpPr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A1F36EA7-F2DF-9C64-AD89-972C05596A57}"/>
                </a:ext>
              </a:extLst>
            </p:cNvPr>
            <p:cNvSpPr txBox="1"/>
            <p:nvPr/>
          </p:nvSpPr>
          <p:spPr>
            <a:xfrm>
              <a:off x="560875" y="288074"/>
              <a:ext cx="14817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Container port number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D4EF21D0-78CD-6FBA-19A3-56E96641B3B6}"/>
                </a:ext>
              </a:extLst>
            </p:cNvPr>
            <p:cNvSpPr txBox="1"/>
            <p:nvPr/>
          </p:nvSpPr>
          <p:spPr>
            <a:xfrm>
              <a:off x="572206" y="529764"/>
              <a:ext cx="15572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Application port number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046488CA-2FCF-178F-8602-CD015D5A1EC3}"/>
                </a:ext>
              </a:extLst>
            </p:cNvPr>
            <p:cNvSpPr/>
            <p:nvPr/>
          </p:nvSpPr>
          <p:spPr>
            <a:xfrm>
              <a:off x="525743" y="202875"/>
              <a:ext cx="1557231" cy="6642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9457C2E-57B1-4F84-B4AC-E3E34B3CC6C0}"/>
              </a:ext>
            </a:extLst>
          </p:cNvPr>
          <p:cNvSpPr txBox="1"/>
          <p:nvPr/>
        </p:nvSpPr>
        <p:spPr>
          <a:xfrm>
            <a:off x="1869989" y="6132403"/>
            <a:ext cx="2173044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A3F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538F5C-885E-478E-D3FE-E84CECFBC5A6}"/>
              </a:ext>
            </a:extLst>
          </p:cNvPr>
          <p:cNvSpPr txBox="1"/>
          <p:nvPr/>
        </p:nvSpPr>
        <p:spPr>
          <a:xfrm>
            <a:off x="6922129" y="4923649"/>
            <a:ext cx="255590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A3F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B5679DD-74EC-3FF3-90AB-7F0E7812C987}"/>
              </a:ext>
            </a:extLst>
          </p:cNvPr>
          <p:cNvGrpSpPr/>
          <p:nvPr/>
        </p:nvGrpSpPr>
        <p:grpSpPr>
          <a:xfrm>
            <a:off x="2837826" y="2234812"/>
            <a:ext cx="1294789" cy="394762"/>
            <a:chOff x="2727704" y="2195526"/>
            <a:chExt cx="1294789" cy="39476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64EA1DD-4720-DA31-96A1-B590A4EB0A7E}"/>
                </a:ext>
              </a:extLst>
            </p:cNvPr>
            <p:cNvSpPr txBox="1"/>
            <p:nvPr/>
          </p:nvSpPr>
          <p:spPr>
            <a:xfrm>
              <a:off x="2727704" y="2344067"/>
              <a:ext cx="12947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/joke/:type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459E9A-D478-EED4-3D0C-2E9BA4AC45B3}"/>
                </a:ext>
              </a:extLst>
            </p:cNvPr>
            <p:cNvSpPr txBox="1"/>
            <p:nvPr/>
          </p:nvSpPr>
          <p:spPr>
            <a:xfrm>
              <a:off x="2728880" y="2195526"/>
              <a:ext cx="8451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/types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E84DFB7-BC19-9082-591F-6B70E4852290}"/>
              </a:ext>
            </a:extLst>
          </p:cNvPr>
          <p:cNvGrpSpPr/>
          <p:nvPr/>
        </p:nvGrpSpPr>
        <p:grpSpPr>
          <a:xfrm>
            <a:off x="8185125" y="2954255"/>
            <a:ext cx="790738" cy="666320"/>
            <a:chOff x="6100892" y="4300725"/>
            <a:chExt cx="790738" cy="66632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DDE25F2-E8FC-BFAD-CBE7-10B56B483B68}"/>
                </a:ext>
              </a:extLst>
            </p:cNvPr>
            <p:cNvSpPr txBox="1"/>
            <p:nvPr/>
          </p:nvSpPr>
          <p:spPr>
            <a:xfrm>
              <a:off x="6100892" y="4720824"/>
              <a:ext cx="7907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types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2" name="Graphic 61" descr="Database with solid fill">
              <a:extLst>
                <a:ext uri="{FF2B5EF4-FFF2-40B4-BE49-F238E27FC236}">
                  <a16:creationId xmlns:a16="http://schemas.microsoft.com/office/drawing/2014/main" id="{C832BAB4-692D-C4E0-06D1-47A746E3F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8004" y="4300725"/>
              <a:ext cx="475811" cy="475811"/>
            </a:xfrm>
            <a:prstGeom prst="rect">
              <a:avLst/>
            </a:prstGeom>
          </p:spPr>
        </p:pic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F1BB8FD-7039-19EB-22EE-55438E74013E}"/>
              </a:ext>
            </a:extLst>
          </p:cNvPr>
          <p:cNvCxnSpPr>
            <a:cxnSpLocks/>
          </p:cNvCxnSpPr>
          <p:nvPr/>
        </p:nvCxnSpPr>
        <p:spPr>
          <a:xfrm>
            <a:off x="8134674" y="3200774"/>
            <a:ext cx="273685" cy="0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6A72B5-48ED-E019-B9A5-4BDC31BF947B}"/>
              </a:ext>
            </a:extLst>
          </p:cNvPr>
          <p:cNvCxnSpPr>
            <a:cxnSpLocks/>
            <a:stCxn id="95" idx="1"/>
            <a:endCxn id="6" idx="3"/>
          </p:cNvCxnSpPr>
          <p:nvPr/>
        </p:nvCxnSpPr>
        <p:spPr>
          <a:xfrm flipH="1" flipV="1">
            <a:off x="3398146" y="3214872"/>
            <a:ext cx="3510265" cy="594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940B991-E8AB-4E1C-E1D2-10AD9B25CB1F}"/>
              </a:ext>
            </a:extLst>
          </p:cNvPr>
          <p:cNvSpPr txBox="1"/>
          <p:nvPr/>
        </p:nvSpPr>
        <p:spPr>
          <a:xfrm>
            <a:off x="4862831" y="2957583"/>
            <a:ext cx="856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/types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5A37384-F4AB-190C-BF0D-7B36FF0E8B11}"/>
              </a:ext>
            </a:extLst>
          </p:cNvPr>
          <p:cNvCxnSpPr>
            <a:cxnSpLocks/>
          </p:cNvCxnSpPr>
          <p:nvPr/>
        </p:nvCxnSpPr>
        <p:spPr>
          <a:xfrm flipV="1">
            <a:off x="2818939" y="2296430"/>
            <a:ext cx="0" cy="29467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2840FB9-F38C-2166-162A-175B3372ED5A}"/>
              </a:ext>
            </a:extLst>
          </p:cNvPr>
          <p:cNvCxnSpPr>
            <a:cxnSpLocks/>
          </p:cNvCxnSpPr>
          <p:nvPr/>
        </p:nvCxnSpPr>
        <p:spPr>
          <a:xfrm flipV="1">
            <a:off x="8157999" y="2296430"/>
            <a:ext cx="0" cy="309494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5743097-47A0-133A-B8E6-FD13A574343E}"/>
              </a:ext>
            </a:extLst>
          </p:cNvPr>
          <p:cNvSpPr txBox="1"/>
          <p:nvPr/>
        </p:nvSpPr>
        <p:spPr>
          <a:xfrm>
            <a:off x="8157999" y="2247042"/>
            <a:ext cx="845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/types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85FC65-C180-A611-54A3-6294CE1DA6B6}"/>
              </a:ext>
            </a:extLst>
          </p:cNvPr>
          <p:cNvSpPr txBox="1"/>
          <p:nvPr/>
        </p:nvSpPr>
        <p:spPr>
          <a:xfrm>
            <a:off x="8157999" y="2399455"/>
            <a:ext cx="1323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/submit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036E05-3A8C-7F55-65F0-00F794935EAF}"/>
              </a:ext>
            </a:extLst>
          </p:cNvPr>
          <p:cNvSpPr txBox="1"/>
          <p:nvPr/>
        </p:nvSpPr>
        <p:spPr>
          <a:xfrm>
            <a:off x="7639050" y="2258816"/>
            <a:ext cx="487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/docs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8FD4C4-E50D-11A9-2BA8-189512BD1AE9}"/>
              </a:ext>
            </a:extLst>
          </p:cNvPr>
          <p:cNvSpPr txBox="1"/>
          <p:nvPr/>
        </p:nvSpPr>
        <p:spPr>
          <a:xfrm>
            <a:off x="7359652" y="2397502"/>
            <a:ext cx="7750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MQ admin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693213-C32B-D1D6-F5D2-6EC77809D01F}"/>
              </a:ext>
            </a:extLst>
          </p:cNvPr>
          <p:cNvSpPr txBox="1"/>
          <p:nvPr/>
        </p:nvSpPr>
        <p:spPr>
          <a:xfrm>
            <a:off x="470878" y="506647"/>
            <a:ext cx="164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/>
              <a:t>Option 3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881EBD1-5E11-8F8D-A738-6348878524B7}"/>
              </a:ext>
            </a:extLst>
          </p:cNvPr>
          <p:cNvGrpSpPr/>
          <p:nvPr/>
        </p:nvGrpSpPr>
        <p:grpSpPr>
          <a:xfrm>
            <a:off x="1786836" y="1411113"/>
            <a:ext cx="7813861" cy="884129"/>
            <a:chOff x="1786836" y="1207232"/>
            <a:chExt cx="7813861" cy="88412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259C68-578B-D4C4-B7F5-B865D00A3993}"/>
                </a:ext>
              </a:extLst>
            </p:cNvPr>
            <p:cNvSpPr/>
            <p:nvPr/>
          </p:nvSpPr>
          <p:spPr>
            <a:xfrm>
              <a:off x="1878305" y="1315818"/>
              <a:ext cx="7618775" cy="6599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kong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2B27959-1AA4-BF66-DFD3-502DA1FD604F}"/>
                </a:ext>
              </a:extLst>
            </p:cNvPr>
            <p:cNvSpPr/>
            <p:nvPr/>
          </p:nvSpPr>
          <p:spPr>
            <a:xfrm>
              <a:off x="1786836" y="1207232"/>
              <a:ext cx="7813861" cy="884129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3A3F50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84AE270-16B5-B447-4523-54B50723D20F}"/>
                </a:ext>
              </a:extLst>
            </p:cNvPr>
            <p:cNvSpPr txBox="1"/>
            <p:nvPr/>
          </p:nvSpPr>
          <p:spPr>
            <a:xfrm>
              <a:off x="5391822" y="1751719"/>
              <a:ext cx="5118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8445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0F6FF6-1B5A-9F8E-260E-106898537C46}"/>
                </a:ext>
              </a:extLst>
            </p:cNvPr>
            <p:cNvSpPr txBox="1"/>
            <p:nvPr/>
          </p:nvSpPr>
          <p:spPr>
            <a:xfrm>
              <a:off x="5308282" y="1338183"/>
              <a:ext cx="7015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80 / 443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09343AD-F68F-0D6E-285F-F4384F582FAE}"/>
                </a:ext>
              </a:extLst>
            </p:cNvPr>
            <p:cNvCxnSpPr>
              <a:cxnSpLocks/>
            </p:cNvCxnSpPr>
            <p:nvPr/>
          </p:nvCxnSpPr>
          <p:spPr>
            <a:xfrm>
              <a:off x="1869131" y="1555959"/>
              <a:ext cx="7627949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A0E3261-ABA7-546B-5767-95E1F92FB4DA}"/>
                </a:ext>
              </a:extLst>
            </p:cNvPr>
            <p:cNvSpPr txBox="1"/>
            <p:nvPr/>
          </p:nvSpPr>
          <p:spPr>
            <a:xfrm>
              <a:off x="2013179" y="1681468"/>
              <a:ext cx="249233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public IP: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07AFFD1-58D3-55A8-31D3-2DA6B81AA428}"/>
                </a:ext>
              </a:extLst>
            </p:cNvPr>
            <p:cNvSpPr txBox="1"/>
            <p:nvPr/>
          </p:nvSpPr>
          <p:spPr>
            <a:xfrm>
              <a:off x="6823418" y="1666403"/>
              <a:ext cx="249233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private IP: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4919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65D99-776A-2826-BF6F-948796FC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17931319-A03E-11E2-E97C-22ECB1793BC7}"/>
              </a:ext>
            </a:extLst>
          </p:cNvPr>
          <p:cNvSpPr/>
          <p:nvPr/>
        </p:nvSpPr>
        <p:spPr>
          <a:xfrm>
            <a:off x="4070111" y="5340290"/>
            <a:ext cx="6054775" cy="145713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BC695-14DE-DD11-BA09-E09456AD29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D7F6AC-1EEB-4ABB-AD80-109EC6FDCCF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04B33-920A-8639-08CB-96D07B5F8B2A}"/>
              </a:ext>
            </a:extLst>
          </p:cNvPr>
          <p:cNvSpPr txBox="1"/>
          <p:nvPr/>
        </p:nvSpPr>
        <p:spPr>
          <a:xfrm>
            <a:off x="470878" y="506647"/>
            <a:ext cx="164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Option 4 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239DBCD-17C6-E8D9-2E2E-9344918891C5}"/>
              </a:ext>
            </a:extLst>
          </p:cNvPr>
          <p:cNvSpPr/>
          <p:nvPr/>
        </p:nvSpPr>
        <p:spPr>
          <a:xfrm>
            <a:off x="341567" y="2900596"/>
            <a:ext cx="3487293" cy="390653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3E64EB2-2588-578E-5C3B-A3092846F096}"/>
              </a:ext>
            </a:extLst>
          </p:cNvPr>
          <p:cNvSpPr/>
          <p:nvPr/>
        </p:nvSpPr>
        <p:spPr>
          <a:xfrm>
            <a:off x="4319592" y="3164113"/>
            <a:ext cx="2323895" cy="168162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68CB31-E398-335A-F279-40B71FBDF9F9}"/>
              </a:ext>
            </a:extLst>
          </p:cNvPr>
          <p:cNvGrpSpPr/>
          <p:nvPr/>
        </p:nvGrpSpPr>
        <p:grpSpPr>
          <a:xfrm>
            <a:off x="1837206" y="4253306"/>
            <a:ext cx="1228179" cy="792706"/>
            <a:chOff x="5460070" y="3398388"/>
            <a:chExt cx="1228179" cy="100746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433C8A-56A6-0834-9E33-09AE4FC3D085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MySQL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B8E869-D9E6-1F6F-5864-16CFEF876E7E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3306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85B5CD-A254-16B6-2443-43645DEB7FF9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4002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1CAC40-2E1F-AE6B-3767-21CC5998DFE2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ABE9DA7-57BB-4E29-3792-4408FA3EE8D2}"/>
              </a:ext>
            </a:extLst>
          </p:cNvPr>
          <p:cNvGrpSpPr/>
          <p:nvPr/>
        </p:nvGrpSpPr>
        <p:grpSpPr>
          <a:xfrm>
            <a:off x="3107487" y="4413347"/>
            <a:ext cx="729757" cy="832066"/>
            <a:chOff x="6121030" y="4243575"/>
            <a:chExt cx="729757" cy="83206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EF4272-C2C4-EEFC-9119-0C4301D5D82E}"/>
                </a:ext>
              </a:extLst>
            </p:cNvPr>
            <p:cNvSpPr txBox="1"/>
            <p:nvPr/>
          </p:nvSpPr>
          <p:spPr>
            <a:xfrm>
              <a:off x="6121030" y="4675531"/>
              <a:ext cx="7297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mysql</a:t>
              </a:r>
              <a:endParaRPr lang="en-US" sz="1000">
                <a:solidFill>
                  <a:srgbClr val="3A3F50"/>
                </a:solidFill>
                <a:latin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vol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9E12D2E6-8B8C-FC5A-50F4-B1CF093A0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8004" y="4243575"/>
              <a:ext cx="475811" cy="47581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734A2E-49FB-7182-0BF2-89E2705730E3}"/>
              </a:ext>
            </a:extLst>
          </p:cNvPr>
          <p:cNvGrpSpPr/>
          <p:nvPr/>
        </p:nvGrpSpPr>
        <p:grpSpPr>
          <a:xfrm>
            <a:off x="1837206" y="5539696"/>
            <a:ext cx="1228179" cy="792706"/>
            <a:chOff x="5460070" y="3398388"/>
            <a:chExt cx="1228179" cy="100746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EEF696-72D0-A563-9CCD-952F9909F0F4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etl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B1131B-381A-1920-F996-A15ABCF943A8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3001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DD60AE-861F-5F15-081D-E25C824BFB82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4001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40A600-5864-7618-FCB1-B14115395619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8BD1054-2844-B97B-D91E-B09EA8009378}"/>
              </a:ext>
            </a:extLst>
          </p:cNvPr>
          <p:cNvSpPr/>
          <p:nvPr/>
        </p:nvSpPr>
        <p:spPr>
          <a:xfrm>
            <a:off x="7290229" y="3143806"/>
            <a:ext cx="2156277" cy="1697893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D834D6C-82FB-7D81-6096-DD540DCCEF97}"/>
              </a:ext>
            </a:extLst>
          </p:cNvPr>
          <p:cNvGrpSpPr/>
          <p:nvPr/>
        </p:nvGrpSpPr>
        <p:grpSpPr>
          <a:xfrm>
            <a:off x="7418526" y="3763410"/>
            <a:ext cx="1228179" cy="792706"/>
            <a:chOff x="5460070" y="3398388"/>
            <a:chExt cx="1228179" cy="100746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755B54D-1A21-8FE2-1525-9276F8D26F04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submit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273F30E-67BF-1DB1-5F6B-0B3167DB4DFA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3200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D056C45-ED9E-9FAF-3141-E9E56D152D48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4200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A16EB12-B011-70C2-C4E4-71ADB24068AB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91AA609-9C10-63B1-598A-B62C8D23AEFD}"/>
              </a:ext>
            </a:extLst>
          </p:cNvPr>
          <p:cNvGrpSpPr/>
          <p:nvPr/>
        </p:nvGrpSpPr>
        <p:grpSpPr>
          <a:xfrm>
            <a:off x="8783547" y="5473354"/>
            <a:ext cx="1228179" cy="792706"/>
            <a:chOff x="8762842" y="4295772"/>
            <a:chExt cx="1228179" cy="79270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21D2289-34A5-1D78-1169-0A1DF4BE8170}"/>
                </a:ext>
              </a:extLst>
            </p:cNvPr>
            <p:cNvSpPr/>
            <p:nvPr/>
          </p:nvSpPr>
          <p:spPr>
            <a:xfrm>
              <a:off x="8763800" y="4303691"/>
              <a:ext cx="1227221" cy="769966"/>
            </a:xfrm>
            <a:prstGeom prst="rect">
              <a:avLst/>
            </a:prstGeom>
            <a:solidFill>
              <a:srgbClr val="00B5DD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rmq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-admin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5FC7EB9-0F6C-4E69-4931-590202129A8C}"/>
                </a:ext>
              </a:extLst>
            </p:cNvPr>
            <p:cNvSpPr txBox="1"/>
            <p:nvPr/>
          </p:nvSpPr>
          <p:spPr>
            <a:xfrm>
              <a:off x="9142357" y="4842257"/>
              <a:ext cx="5389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15672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0319086-3554-F2CE-1709-292D9310D964}"/>
                </a:ext>
              </a:extLst>
            </p:cNvPr>
            <p:cNvSpPr txBox="1"/>
            <p:nvPr/>
          </p:nvSpPr>
          <p:spPr>
            <a:xfrm>
              <a:off x="9137609" y="4295772"/>
              <a:ext cx="5580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15672</a:t>
              </a:r>
              <a:endPara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65C2CF0-35DF-3E58-825E-6664DB907C86}"/>
                </a:ext>
              </a:extLst>
            </p:cNvPr>
            <p:cNvCxnSpPr>
              <a:cxnSpLocks/>
            </p:cNvCxnSpPr>
            <p:nvPr/>
          </p:nvCxnSpPr>
          <p:spPr>
            <a:xfrm>
              <a:off x="8762842" y="4506764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26277AB-7D24-9CD2-15F1-B26F2CA1C665}"/>
              </a:ext>
            </a:extLst>
          </p:cNvPr>
          <p:cNvCxnSpPr>
            <a:cxnSpLocks/>
          </p:cNvCxnSpPr>
          <p:nvPr/>
        </p:nvCxnSpPr>
        <p:spPr>
          <a:xfrm>
            <a:off x="2443311" y="3917267"/>
            <a:ext cx="0" cy="329137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4C3B05F-A103-227C-6D15-75E63DFF70A4}"/>
              </a:ext>
            </a:extLst>
          </p:cNvPr>
          <p:cNvCxnSpPr>
            <a:cxnSpLocks/>
          </p:cNvCxnSpPr>
          <p:nvPr/>
        </p:nvCxnSpPr>
        <p:spPr>
          <a:xfrm>
            <a:off x="2451774" y="5050305"/>
            <a:ext cx="0" cy="482489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FDBDA702-26D3-A660-55CA-22B629E3D099}"/>
              </a:ext>
            </a:extLst>
          </p:cNvPr>
          <p:cNvCxnSpPr>
            <a:cxnSpLocks/>
          </p:cNvCxnSpPr>
          <p:nvPr/>
        </p:nvCxnSpPr>
        <p:spPr>
          <a:xfrm>
            <a:off x="3065385" y="5864637"/>
            <a:ext cx="1249752" cy="0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A6707B8-4CE2-9FDB-C159-ABBC8E8C2AC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065385" y="4646208"/>
            <a:ext cx="273685" cy="0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6BE1C92C-BD82-18B4-0997-DC45C2EFA47C}"/>
              </a:ext>
            </a:extLst>
          </p:cNvPr>
          <p:cNvCxnSpPr>
            <a:cxnSpLocks/>
          </p:cNvCxnSpPr>
          <p:nvPr/>
        </p:nvCxnSpPr>
        <p:spPr>
          <a:xfrm flipV="1">
            <a:off x="2443311" y="2289079"/>
            <a:ext cx="0" cy="601166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7A52F1E6-CFF6-4327-1E61-2824DD3782B4}"/>
              </a:ext>
            </a:extLst>
          </p:cNvPr>
          <p:cNvCxnSpPr>
            <a:cxnSpLocks/>
            <a:endCxn id="176" idx="0"/>
          </p:cNvCxnSpPr>
          <p:nvPr/>
        </p:nvCxnSpPr>
        <p:spPr>
          <a:xfrm flipH="1">
            <a:off x="5481540" y="2326374"/>
            <a:ext cx="1" cy="83773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CD081726-78A8-EC87-B441-53F0B05296AC}"/>
              </a:ext>
            </a:extLst>
          </p:cNvPr>
          <p:cNvCxnSpPr>
            <a:cxnSpLocks/>
            <a:endCxn id="178" idx="0"/>
          </p:cNvCxnSpPr>
          <p:nvPr/>
        </p:nvCxnSpPr>
        <p:spPr>
          <a:xfrm>
            <a:off x="8368368" y="2251130"/>
            <a:ext cx="0" cy="892676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100,000 Laptop clipart Vector Images | Depositphotos">
            <a:extLst>
              <a:ext uri="{FF2B5EF4-FFF2-40B4-BE49-F238E27FC236}">
                <a16:creationId xmlns:a16="http://schemas.microsoft.com/office/drawing/2014/main" id="{7DDF401B-1449-3AC1-519E-5EFC370816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7" t="12279" r="5669" b="11895"/>
          <a:stretch/>
        </p:blipFill>
        <p:spPr bwMode="auto">
          <a:xfrm>
            <a:off x="3091838" y="67634"/>
            <a:ext cx="1593673" cy="123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D7551FEF-FA73-1537-985D-4E1F2C1E4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106" y="192755"/>
            <a:ext cx="677751" cy="589111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3FEDDB7A-4552-1F6D-95F5-491BD84C7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952" y="272330"/>
            <a:ext cx="447588" cy="459065"/>
          </a:xfrm>
          <a:prstGeom prst="rect">
            <a:avLst/>
          </a:prstGeom>
        </p:spPr>
      </p:pic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BFCE3368-AB7A-1402-E323-AD214BEFBACB}"/>
              </a:ext>
            </a:extLst>
          </p:cNvPr>
          <p:cNvCxnSpPr>
            <a:cxnSpLocks/>
            <a:endCxn id="288" idx="2"/>
          </p:cNvCxnSpPr>
          <p:nvPr/>
        </p:nvCxnSpPr>
        <p:spPr>
          <a:xfrm flipV="1">
            <a:off x="5804822" y="768257"/>
            <a:ext cx="1" cy="7046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8" name="Picture 287" descr="A white cloud with blue border&#10;&#10;Description automatically generated">
            <a:extLst>
              <a:ext uri="{FF2B5EF4-FFF2-40B4-BE49-F238E27FC236}">
                <a16:creationId xmlns:a16="http://schemas.microsoft.com/office/drawing/2014/main" id="{DDF3B179-A3FB-ECF3-9572-0123B385E94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367675" y="307886"/>
            <a:ext cx="874295" cy="460371"/>
          </a:xfrm>
          <a:prstGeom prst="rect">
            <a:avLst/>
          </a:prstGeom>
        </p:spPr>
      </p:pic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B747C66B-4244-3EC9-1C9C-F7287878CCEF}"/>
              </a:ext>
            </a:extLst>
          </p:cNvPr>
          <p:cNvCxnSpPr>
            <a:cxnSpLocks/>
          </p:cNvCxnSpPr>
          <p:nvPr/>
        </p:nvCxnSpPr>
        <p:spPr>
          <a:xfrm flipH="1">
            <a:off x="4585403" y="611726"/>
            <a:ext cx="72287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EFB43760-1135-0EA6-F7FD-2B96C16F13FE}"/>
              </a:ext>
            </a:extLst>
          </p:cNvPr>
          <p:cNvGrpSpPr/>
          <p:nvPr/>
        </p:nvGrpSpPr>
        <p:grpSpPr>
          <a:xfrm>
            <a:off x="7375809" y="214342"/>
            <a:ext cx="4368849" cy="888666"/>
            <a:chOff x="7119938" y="221944"/>
            <a:chExt cx="4368849" cy="888666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26CB039E-FB96-5602-7817-F51D19E31222}"/>
                </a:ext>
              </a:extLst>
            </p:cNvPr>
            <p:cNvSpPr txBox="1"/>
            <p:nvPr/>
          </p:nvSpPr>
          <p:spPr>
            <a:xfrm>
              <a:off x="7291187" y="221944"/>
              <a:ext cx="1280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Public internet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4A11267-5A0A-1356-8813-C12A0FF71309}"/>
                </a:ext>
              </a:extLst>
            </p:cNvPr>
            <p:cNvSpPr txBox="1"/>
            <p:nvPr/>
          </p:nvSpPr>
          <p:spPr>
            <a:xfrm>
              <a:off x="7291187" y="489139"/>
              <a:ext cx="17336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Azure private network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72ABF444-C070-CB9B-FD6C-818CDD965977}"/>
                </a:ext>
              </a:extLst>
            </p:cNvPr>
            <p:cNvSpPr txBox="1"/>
            <p:nvPr/>
          </p:nvSpPr>
          <p:spPr>
            <a:xfrm>
              <a:off x="7284837" y="723384"/>
              <a:ext cx="17414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Docker private network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DDD8A688-7ABE-2267-8767-9A34131BB0A5}"/>
                </a:ext>
              </a:extLst>
            </p:cNvPr>
            <p:cNvSpPr/>
            <p:nvPr/>
          </p:nvSpPr>
          <p:spPr>
            <a:xfrm>
              <a:off x="9431790" y="256707"/>
              <a:ext cx="183441" cy="2119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3A3F50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FA5E7ADC-B323-9FBB-038D-278D2BBBF73F}"/>
                </a:ext>
              </a:extLst>
            </p:cNvPr>
            <p:cNvSpPr txBox="1"/>
            <p:nvPr/>
          </p:nvSpPr>
          <p:spPr>
            <a:xfrm>
              <a:off x="9600700" y="239562"/>
              <a:ext cx="1280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Virtual machine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80266F4B-3651-D1E2-68D4-04BD68A8760B}"/>
                </a:ext>
              </a:extLst>
            </p:cNvPr>
            <p:cNvSpPr/>
            <p:nvPr/>
          </p:nvSpPr>
          <p:spPr>
            <a:xfrm>
              <a:off x="9431785" y="563592"/>
              <a:ext cx="183442" cy="2183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C330FCB1-E64A-E553-CE50-B7B0CACA0A57}"/>
                </a:ext>
              </a:extLst>
            </p:cNvPr>
            <p:cNvSpPr txBox="1"/>
            <p:nvPr/>
          </p:nvSpPr>
          <p:spPr>
            <a:xfrm>
              <a:off x="9600700" y="542221"/>
              <a:ext cx="13925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Application container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07D9024E-0F0C-7EBA-82B8-7015D5AAF1CB}"/>
                </a:ext>
              </a:extLst>
            </p:cNvPr>
            <p:cNvSpPr/>
            <p:nvPr/>
          </p:nvSpPr>
          <p:spPr>
            <a:xfrm>
              <a:off x="9433831" y="885760"/>
              <a:ext cx="183442" cy="218324"/>
            </a:xfrm>
            <a:prstGeom prst="rect">
              <a:avLst/>
            </a:prstGeom>
            <a:solidFill>
              <a:srgbClr val="00B5DD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3F5E5DA3-9F0B-040C-5E9F-6F84DEDB04B2}"/>
                </a:ext>
              </a:extLst>
            </p:cNvPr>
            <p:cNvSpPr txBox="1"/>
            <p:nvPr/>
          </p:nvSpPr>
          <p:spPr>
            <a:xfrm>
              <a:off x="9602745" y="864389"/>
              <a:ext cx="18860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Rabbitmq combined container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2C3B9508-316D-529E-E0F7-A9A508D0C79D}"/>
                </a:ext>
              </a:extLst>
            </p:cNvPr>
            <p:cNvCxnSpPr>
              <a:cxnSpLocks/>
              <a:stCxn id="189" idx="1"/>
            </p:cNvCxnSpPr>
            <p:nvPr/>
          </p:nvCxnSpPr>
          <p:spPr>
            <a:xfrm flipH="1" flipV="1">
              <a:off x="7126597" y="342203"/>
              <a:ext cx="164590" cy="285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10D316A9-200B-0233-1AFE-C3855C92857F}"/>
                </a:ext>
              </a:extLst>
            </p:cNvPr>
            <p:cNvCxnSpPr>
              <a:cxnSpLocks/>
              <a:endCxn id="190" idx="1"/>
            </p:cNvCxnSpPr>
            <p:nvPr/>
          </p:nvCxnSpPr>
          <p:spPr>
            <a:xfrm>
              <a:off x="7119938" y="611726"/>
              <a:ext cx="171249" cy="524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5A3CC114-E6C3-EB49-3ACA-1937BD490E32}"/>
                </a:ext>
              </a:extLst>
            </p:cNvPr>
            <p:cNvCxnSpPr>
              <a:cxnSpLocks/>
              <a:endCxn id="191" idx="1"/>
            </p:cNvCxnSpPr>
            <p:nvPr/>
          </p:nvCxnSpPr>
          <p:spPr>
            <a:xfrm>
              <a:off x="7120247" y="846495"/>
              <a:ext cx="164590" cy="0"/>
            </a:xfrm>
            <a:prstGeom prst="line">
              <a:avLst/>
            </a:prstGeom>
            <a:ln w="28575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562A7B60-8A8E-466D-5B6F-B7105B4DF045}"/>
              </a:ext>
            </a:extLst>
          </p:cNvPr>
          <p:cNvSpPr/>
          <p:nvPr/>
        </p:nvSpPr>
        <p:spPr>
          <a:xfrm>
            <a:off x="7242604" y="136087"/>
            <a:ext cx="4536422" cy="10541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6BCC57E5-3EFF-6B64-DF41-7E1DA3E386A5}"/>
              </a:ext>
            </a:extLst>
          </p:cNvPr>
          <p:cNvGrpSpPr/>
          <p:nvPr/>
        </p:nvGrpSpPr>
        <p:grpSpPr>
          <a:xfrm>
            <a:off x="10232939" y="1377430"/>
            <a:ext cx="1603694" cy="664288"/>
            <a:chOff x="525743" y="202875"/>
            <a:chExt cx="1603694" cy="664288"/>
          </a:xfrm>
        </p:grpSpPr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FD2791F9-C7A4-31BE-0707-5B4F045BF65E}"/>
                </a:ext>
              </a:extLst>
            </p:cNvPr>
            <p:cNvSpPr txBox="1"/>
            <p:nvPr/>
          </p:nvSpPr>
          <p:spPr>
            <a:xfrm>
              <a:off x="560875" y="288074"/>
              <a:ext cx="14817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Container port number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C4903EF9-1DF3-DB0B-58FA-78839E02854D}"/>
                </a:ext>
              </a:extLst>
            </p:cNvPr>
            <p:cNvSpPr txBox="1"/>
            <p:nvPr/>
          </p:nvSpPr>
          <p:spPr>
            <a:xfrm>
              <a:off x="572206" y="529764"/>
              <a:ext cx="15572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Application port number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F1DAFCA0-F9B6-5894-13F7-5CFAE02ADFE5}"/>
                </a:ext>
              </a:extLst>
            </p:cNvPr>
            <p:cNvSpPr/>
            <p:nvPr/>
          </p:nvSpPr>
          <p:spPr>
            <a:xfrm>
              <a:off x="525743" y="202875"/>
              <a:ext cx="1557231" cy="6642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4D4D1E8-6D47-B666-4936-112CF5FBE3CA}"/>
              </a:ext>
            </a:extLst>
          </p:cNvPr>
          <p:cNvSpPr txBox="1"/>
          <p:nvPr/>
        </p:nvSpPr>
        <p:spPr>
          <a:xfrm>
            <a:off x="470878" y="6366389"/>
            <a:ext cx="20375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B7D4D-1D6A-581A-8229-981A526D8155}"/>
              </a:ext>
            </a:extLst>
          </p:cNvPr>
          <p:cNvSpPr txBox="1"/>
          <p:nvPr/>
        </p:nvSpPr>
        <p:spPr>
          <a:xfrm>
            <a:off x="4446089" y="3224154"/>
            <a:ext cx="179587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A8A0F4-F7EB-426B-BBDE-7303CF4ED1E4}"/>
              </a:ext>
            </a:extLst>
          </p:cNvPr>
          <p:cNvSpPr txBox="1"/>
          <p:nvPr/>
        </p:nvSpPr>
        <p:spPr>
          <a:xfrm>
            <a:off x="7417832" y="3235653"/>
            <a:ext cx="180179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8FD7B7C-97C9-D394-CF84-FC08BF801FA7}"/>
              </a:ext>
            </a:extLst>
          </p:cNvPr>
          <p:cNvSpPr/>
          <p:nvPr/>
        </p:nvSpPr>
        <p:spPr>
          <a:xfrm>
            <a:off x="341567" y="1360847"/>
            <a:ext cx="9771165" cy="1054146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3A3F5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BEA5DE9-F142-87D9-E0D5-F5965C239ACE}"/>
              </a:ext>
            </a:extLst>
          </p:cNvPr>
          <p:cNvSpPr/>
          <p:nvPr/>
        </p:nvSpPr>
        <p:spPr>
          <a:xfrm>
            <a:off x="411481" y="1506501"/>
            <a:ext cx="9638690" cy="76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kong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E2DB9A5-FAF5-C8CD-A8DA-446ACA6D4497}"/>
              </a:ext>
            </a:extLst>
          </p:cNvPr>
          <p:cNvSpPr txBox="1"/>
          <p:nvPr/>
        </p:nvSpPr>
        <p:spPr>
          <a:xfrm>
            <a:off x="4944701" y="2004909"/>
            <a:ext cx="511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8445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3DB7B73-C706-2E0D-9CD1-E1844A073BAF}"/>
              </a:ext>
            </a:extLst>
          </p:cNvPr>
          <p:cNvSpPr txBox="1"/>
          <p:nvPr/>
        </p:nvSpPr>
        <p:spPr>
          <a:xfrm>
            <a:off x="4871424" y="1486071"/>
            <a:ext cx="701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80 / 443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4B144114-4F0C-B387-7153-F308486759FB}"/>
              </a:ext>
            </a:extLst>
          </p:cNvPr>
          <p:cNvCxnSpPr>
            <a:cxnSpLocks/>
          </p:cNvCxnSpPr>
          <p:nvPr/>
        </p:nvCxnSpPr>
        <p:spPr>
          <a:xfrm>
            <a:off x="411480" y="1709574"/>
            <a:ext cx="9638690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036E1D3-A922-3A88-3CC1-008A7A75B93B}"/>
              </a:ext>
            </a:extLst>
          </p:cNvPr>
          <p:cNvSpPr txBox="1"/>
          <p:nvPr/>
        </p:nvSpPr>
        <p:spPr>
          <a:xfrm>
            <a:off x="470878" y="1782529"/>
            <a:ext cx="249233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CB6039-1576-F907-0E5C-00FB8A276D0B}"/>
              </a:ext>
            </a:extLst>
          </p:cNvPr>
          <p:cNvSpPr txBox="1"/>
          <p:nvPr/>
        </p:nvSpPr>
        <p:spPr>
          <a:xfrm>
            <a:off x="2444710" y="2591438"/>
            <a:ext cx="1294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/joke/:type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F53472-5018-E4C2-4243-BA5C840BF01D}"/>
              </a:ext>
            </a:extLst>
          </p:cNvPr>
          <p:cNvSpPr txBox="1"/>
          <p:nvPr/>
        </p:nvSpPr>
        <p:spPr>
          <a:xfrm>
            <a:off x="5456538" y="2635180"/>
            <a:ext cx="10730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/moderate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A0CAC1-E1F7-193A-632F-24B3DFDF065F}"/>
              </a:ext>
            </a:extLst>
          </p:cNvPr>
          <p:cNvSpPr txBox="1"/>
          <p:nvPr/>
        </p:nvSpPr>
        <p:spPr>
          <a:xfrm>
            <a:off x="2451916" y="2388959"/>
            <a:ext cx="845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/types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2C604DE-004F-CB74-58AE-8F3E1BCDCC1F}"/>
              </a:ext>
            </a:extLst>
          </p:cNvPr>
          <p:cNvGrpSpPr/>
          <p:nvPr/>
        </p:nvGrpSpPr>
        <p:grpSpPr>
          <a:xfrm>
            <a:off x="5671813" y="3817223"/>
            <a:ext cx="840244" cy="678177"/>
            <a:chOff x="6110100" y="4243575"/>
            <a:chExt cx="840244" cy="67817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C411227-C1FF-A54D-7EFC-733EF592DF95}"/>
                </a:ext>
              </a:extLst>
            </p:cNvPr>
            <p:cNvSpPr txBox="1"/>
            <p:nvPr/>
          </p:nvSpPr>
          <p:spPr>
            <a:xfrm>
              <a:off x="6110100" y="4675531"/>
              <a:ext cx="8402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types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4" name="Graphic 43" descr="Database with solid fill">
              <a:extLst>
                <a:ext uri="{FF2B5EF4-FFF2-40B4-BE49-F238E27FC236}">
                  <a16:creationId xmlns:a16="http://schemas.microsoft.com/office/drawing/2014/main" id="{6EA3ADFF-35E5-56DA-22C1-35B4439B9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73404" y="4243575"/>
              <a:ext cx="475811" cy="475811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F9DAB63-B195-24B5-3118-AE3770F3A070}"/>
              </a:ext>
            </a:extLst>
          </p:cNvPr>
          <p:cNvGrpSpPr/>
          <p:nvPr/>
        </p:nvGrpSpPr>
        <p:grpSpPr>
          <a:xfrm>
            <a:off x="8701480" y="3913244"/>
            <a:ext cx="790738" cy="666320"/>
            <a:chOff x="6091367" y="4300725"/>
            <a:chExt cx="790738" cy="66632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2E7DF2F-A3EA-CDFA-BD14-CF761DE4EB7F}"/>
                </a:ext>
              </a:extLst>
            </p:cNvPr>
            <p:cNvSpPr txBox="1"/>
            <p:nvPr/>
          </p:nvSpPr>
          <p:spPr>
            <a:xfrm>
              <a:off x="6091367" y="4720824"/>
              <a:ext cx="7907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types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2" name="Graphic 61" descr="Database with solid fill">
              <a:extLst>
                <a:ext uri="{FF2B5EF4-FFF2-40B4-BE49-F238E27FC236}">
                  <a16:creationId xmlns:a16="http://schemas.microsoft.com/office/drawing/2014/main" id="{5BBDB566-EBE1-FB40-E7B7-7F8373134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8004" y="4300725"/>
              <a:ext cx="475811" cy="475811"/>
            </a:xfrm>
            <a:prstGeom prst="rect">
              <a:avLst/>
            </a:prstGeom>
          </p:spPr>
        </p:pic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244DC55-6963-E2AC-4CAE-FEE0F9BC67E1}"/>
              </a:ext>
            </a:extLst>
          </p:cNvPr>
          <p:cNvCxnSpPr>
            <a:cxnSpLocks/>
          </p:cNvCxnSpPr>
          <p:nvPr/>
        </p:nvCxnSpPr>
        <p:spPr>
          <a:xfrm>
            <a:off x="8660554" y="4159763"/>
            <a:ext cx="273685" cy="0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A251A76-E2EC-5A64-821F-B1FE8614414A}"/>
              </a:ext>
            </a:extLst>
          </p:cNvPr>
          <p:cNvGrpSpPr/>
          <p:nvPr/>
        </p:nvGrpSpPr>
        <p:grpSpPr>
          <a:xfrm>
            <a:off x="8368367" y="2454245"/>
            <a:ext cx="1327533" cy="551034"/>
            <a:chOff x="7994962" y="2380008"/>
            <a:chExt cx="1327533" cy="55103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2BCA7A7-057D-F34D-3862-87F6C47CAB4E}"/>
                </a:ext>
              </a:extLst>
            </p:cNvPr>
            <p:cNvSpPr txBox="1"/>
            <p:nvPr/>
          </p:nvSpPr>
          <p:spPr>
            <a:xfrm>
              <a:off x="7999083" y="2380008"/>
              <a:ext cx="8451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/types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16E6F8C-D855-E523-C36B-E2CF6A3DA1A3}"/>
                </a:ext>
              </a:extLst>
            </p:cNvPr>
            <p:cNvSpPr txBox="1"/>
            <p:nvPr/>
          </p:nvSpPr>
          <p:spPr>
            <a:xfrm>
              <a:off x="7999083" y="2532421"/>
              <a:ext cx="13234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/submit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DB2A3CD-E395-F6ED-315C-5E8EC57C8EEF}"/>
                </a:ext>
              </a:extLst>
            </p:cNvPr>
            <p:cNvSpPr txBox="1"/>
            <p:nvPr/>
          </p:nvSpPr>
          <p:spPr>
            <a:xfrm>
              <a:off x="7994962" y="2684821"/>
              <a:ext cx="8451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/docs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48FAA94-03DC-CF70-11DF-417A745E3603}"/>
              </a:ext>
            </a:extLst>
          </p:cNvPr>
          <p:cNvCxnSpPr>
            <a:cxnSpLocks/>
          </p:cNvCxnSpPr>
          <p:nvPr/>
        </p:nvCxnSpPr>
        <p:spPr>
          <a:xfrm flipV="1">
            <a:off x="7693335" y="4555330"/>
            <a:ext cx="0" cy="943799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F55FCC9-10FA-64D5-327F-FE4CF5C68CF1}"/>
              </a:ext>
            </a:extLst>
          </p:cNvPr>
          <p:cNvGrpSpPr/>
          <p:nvPr/>
        </p:nvGrpSpPr>
        <p:grpSpPr>
          <a:xfrm>
            <a:off x="1837206" y="3116642"/>
            <a:ext cx="1228179" cy="792706"/>
            <a:chOff x="5460070" y="3398388"/>
            <a:chExt cx="1228179" cy="10074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C1727C-4595-7B03-194D-A3A9E81A4C95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joke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A9BFD1-F926-9544-AD5C-4AC24CD0F298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3000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9A332E-DC24-998B-7046-95FC05F70B5D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88637E5-ADA6-9CF0-3E7D-1A35FF1ED668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873BE8-8ECE-3E29-AD11-ABF6E03D6353}"/>
              </a:ext>
            </a:extLst>
          </p:cNvPr>
          <p:cNvGrpSpPr/>
          <p:nvPr/>
        </p:nvGrpSpPr>
        <p:grpSpPr>
          <a:xfrm>
            <a:off x="4448540" y="3763410"/>
            <a:ext cx="1238963" cy="792706"/>
            <a:chOff x="5461028" y="3398388"/>
            <a:chExt cx="1238963" cy="100746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AACAA6-2AB1-F658-40F5-BD7BE07D1552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moderate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5A869F-3254-5ABD-094D-9DBA8FC6DF06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3100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A617EA2-E62F-40DA-D013-832C1675AA97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4100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D8FE0F7-70F3-D576-2454-CACAABF7771B}"/>
                </a:ext>
              </a:extLst>
            </p:cNvPr>
            <p:cNvCxnSpPr>
              <a:cxnSpLocks/>
            </p:cNvCxnSpPr>
            <p:nvPr/>
          </p:nvCxnSpPr>
          <p:spPr>
            <a:xfrm>
              <a:off x="54727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6CF7F0-2D6B-5C0A-22AF-843CC0A797A2}"/>
              </a:ext>
            </a:extLst>
          </p:cNvPr>
          <p:cNvGrpSpPr/>
          <p:nvPr/>
        </p:nvGrpSpPr>
        <p:grpSpPr>
          <a:xfrm>
            <a:off x="465439" y="4249855"/>
            <a:ext cx="1228179" cy="792706"/>
            <a:chOff x="5460070" y="3398388"/>
            <a:chExt cx="1228179" cy="100746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4840CE2-B1AA-94B6-5380-D8EE2BE7B83B}"/>
                </a:ext>
              </a:extLst>
            </p:cNvPr>
            <p:cNvSpPr/>
            <p:nvPr/>
          </p:nvSpPr>
          <p:spPr>
            <a:xfrm>
              <a:off x="5461028" y="3408452"/>
              <a:ext cx="1227221" cy="9785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MongoDB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A3603D4-BE07-8AC8-26E7-CB4EF0D81E80}"/>
                </a:ext>
              </a:extLst>
            </p:cNvPr>
            <p:cNvSpPr txBox="1"/>
            <p:nvPr/>
          </p:nvSpPr>
          <p:spPr>
            <a:xfrm>
              <a:off x="5839585" y="4092929"/>
              <a:ext cx="538915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27017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87190F8-E146-3ACF-8116-AA4BF69F3860}"/>
                </a:ext>
              </a:extLst>
            </p:cNvPr>
            <p:cNvSpPr txBox="1"/>
            <p:nvPr/>
          </p:nvSpPr>
          <p:spPr>
            <a:xfrm>
              <a:off x="5834837" y="3398388"/>
              <a:ext cx="558077" cy="312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4002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F675D4C-F5C1-236C-76CE-59E1F339C8FE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70" y="3666543"/>
              <a:ext cx="1227221" cy="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E659F02-C331-D53C-BF77-29141DA5FAE9}"/>
              </a:ext>
            </a:extLst>
          </p:cNvPr>
          <p:cNvGrpSpPr/>
          <p:nvPr/>
        </p:nvGrpSpPr>
        <p:grpSpPr>
          <a:xfrm>
            <a:off x="403968" y="5331859"/>
            <a:ext cx="729757" cy="832066"/>
            <a:chOff x="6121030" y="4243575"/>
            <a:chExt cx="729757" cy="832066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1A56BD-B2D0-5C8D-52B0-D73F9FB260D8}"/>
                </a:ext>
              </a:extLst>
            </p:cNvPr>
            <p:cNvSpPr txBox="1"/>
            <p:nvPr/>
          </p:nvSpPr>
          <p:spPr>
            <a:xfrm>
              <a:off x="6121030" y="4675531"/>
              <a:ext cx="7297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mongo vol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90" name="Graphic 89" descr="Database with solid fill">
              <a:extLst>
                <a:ext uri="{FF2B5EF4-FFF2-40B4-BE49-F238E27FC236}">
                  <a16:creationId xmlns:a16="http://schemas.microsoft.com/office/drawing/2014/main" id="{98BD73BB-3982-665A-63D5-1AA53B0AD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8004" y="4243575"/>
              <a:ext cx="475811" cy="475811"/>
            </a:xfrm>
            <a:prstGeom prst="rect">
              <a:avLst/>
            </a:prstGeom>
          </p:spPr>
        </p:pic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D57C68C-96D1-462F-C767-9E507E416DB0}"/>
              </a:ext>
            </a:extLst>
          </p:cNvPr>
          <p:cNvCxnSpPr>
            <a:cxnSpLocks/>
          </p:cNvCxnSpPr>
          <p:nvPr/>
        </p:nvCxnSpPr>
        <p:spPr>
          <a:xfrm>
            <a:off x="785798" y="5042561"/>
            <a:ext cx="0" cy="315252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D7932BD-AC77-1786-AA98-206ADBFC9B5D}"/>
              </a:ext>
            </a:extLst>
          </p:cNvPr>
          <p:cNvCxnSpPr>
            <a:cxnSpLocks/>
          </p:cNvCxnSpPr>
          <p:nvPr/>
        </p:nvCxnSpPr>
        <p:spPr>
          <a:xfrm flipH="1">
            <a:off x="1104886" y="3509544"/>
            <a:ext cx="723752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BA556B0-277A-0CBC-69E4-91F8F669CC81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1119245" y="3506093"/>
            <a:ext cx="0" cy="743762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C7FD57C-380D-6A8E-EBFC-8DE046E14E18}"/>
              </a:ext>
            </a:extLst>
          </p:cNvPr>
          <p:cNvCxnSpPr>
            <a:cxnSpLocks/>
          </p:cNvCxnSpPr>
          <p:nvPr/>
        </p:nvCxnSpPr>
        <p:spPr>
          <a:xfrm>
            <a:off x="1119245" y="5050305"/>
            <a:ext cx="0" cy="907285"/>
          </a:xfrm>
          <a:prstGeom prst="line">
            <a:avLst/>
          </a:prstGeom>
          <a:ln w="28575">
            <a:solidFill>
              <a:srgbClr val="00B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FE5A28D-CA2C-BC54-228D-753F9555B4A5}"/>
              </a:ext>
            </a:extLst>
          </p:cNvPr>
          <p:cNvCxnSpPr>
            <a:cxnSpLocks/>
          </p:cNvCxnSpPr>
          <p:nvPr/>
        </p:nvCxnSpPr>
        <p:spPr>
          <a:xfrm flipH="1">
            <a:off x="1119245" y="5949846"/>
            <a:ext cx="709393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2C75590-80A2-51ED-FAD8-681CF436D370}"/>
              </a:ext>
            </a:extLst>
          </p:cNvPr>
          <p:cNvSpPr txBox="1"/>
          <p:nvPr/>
        </p:nvSpPr>
        <p:spPr>
          <a:xfrm>
            <a:off x="5471684" y="2468327"/>
            <a:ext cx="845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/types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9950AD4-7650-74E9-9B3B-FBD77F11EF3A}"/>
              </a:ext>
            </a:extLst>
          </p:cNvPr>
          <p:cNvSpPr/>
          <p:nvPr/>
        </p:nvSpPr>
        <p:spPr>
          <a:xfrm>
            <a:off x="4315137" y="5499129"/>
            <a:ext cx="4402601" cy="769966"/>
          </a:xfrm>
          <a:prstGeom prst="rect">
            <a:avLst/>
          </a:prstGeom>
          <a:solidFill>
            <a:srgbClr val="00B5D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RabbitMQ Broker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2C40EF-9675-E1A0-AFF0-A8D7479A91F7}"/>
              </a:ext>
            </a:extLst>
          </p:cNvPr>
          <p:cNvSpPr txBox="1"/>
          <p:nvPr/>
        </p:nvSpPr>
        <p:spPr>
          <a:xfrm>
            <a:off x="6316869" y="6012243"/>
            <a:ext cx="538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5672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4CEBC3-48DE-3E5D-E81B-382E894E576A}"/>
              </a:ext>
            </a:extLst>
          </p:cNvPr>
          <p:cNvSpPr txBox="1"/>
          <p:nvPr/>
        </p:nvSpPr>
        <p:spPr>
          <a:xfrm>
            <a:off x="6332377" y="5481763"/>
            <a:ext cx="558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5672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1B245E1-701F-14D4-9828-2273C8419DEF}"/>
              </a:ext>
            </a:extLst>
          </p:cNvPr>
          <p:cNvCxnSpPr>
            <a:cxnSpLocks/>
          </p:cNvCxnSpPr>
          <p:nvPr/>
        </p:nvCxnSpPr>
        <p:spPr>
          <a:xfrm>
            <a:off x="4315137" y="5702202"/>
            <a:ext cx="4386343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C4317B-DCB7-9C21-B158-6E0892BBE025}"/>
              </a:ext>
            </a:extLst>
          </p:cNvPr>
          <p:cNvCxnSpPr>
            <a:cxnSpLocks/>
          </p:cNvCxnSpPr>
          <p:nvPr/>
        </p:nvCxnSpPr>
        <p:spPr>
          <a:xfrm>
            <a:off x="5674564" y="4079219"/>
            <a:ext cx="273685" cy="0"/>
          </a:xfrm>
          <a:prstGeom prst="line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883705C-3EB2-61A0-3DBD-2BB2F550F672}"/>
              </a:ext>
            </a:extLst>
          </p:cNvPr>
          <p:cNvSpPr txBox="1"/>
          <p:nvPr/>
        </p:nvSpPr>
        <p:spPr>
          <a:xfrm>
            <a:off x="4315137" y="6339392"/>
            <a:ext cx="256729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IP: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private IP: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4604DD8-A83C-C59D-5072-65C2D6C4D1D3}"/>
              </a:ext>
            </a:extLst>
          </p:cNvPr>
          <p:cNvCxnSpPr>
            <a:cxnSpLocks/>
          </p:cNvCxnSpPr>
          <p:nvPr/>
        </p:nvCxnSpPr>
        <p:spPr>
          <a:xfrm>
            <a:off x="8368367" y="4529806"/>
            <a:ext cx="0" cy="969323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C10C407-6D11-1B23-9FAA-8A9B699D5436}"/>
              </a:ext>
            </a:extLst>
          </p:cNvPr>
          <p:cNvCxnSpPr>
            <a:cxnSpLocks/>
          </p:cNvCxnSpPr>
          <p:nvPr/>
        </p:nvCxnSpPr>
        <p:spPr>
          <a:xfrm flipV="1">
            <a:off x="4727511" y="4555330"/>
            <a:ext cx="0" cy="913379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F87491-3CE8-0A79-7155-A4C783D4FF4A}"/>
              </a:ext>
            </a:extLst>
          </p:cNvPr>
          <p:cNvCxnSpPr>
            <a:cxnSpLocks/>
          </p:cNvCxnSpPr>
          <p:nvPr/>
        </p:nvCxnSpPr>
        <p:spPr>
          <a:xfrm>
            <a:off x="5402543" y="4555330"/>
            <a:ext cx="0" cy="913379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46DA450-43B2-D700-4267-6DAAA0EE551D}"/>
              </a:ext>
            </a:extLst>
          </p:cNvPr>
          <p:cNvCxnSpPr>
            <a:cxnSpLocks/>
          </p:cNvCxnSpPr>
          <p:nvPr/>
        </p:nvCxnSpPr>
        <p:spPr>
          <a:xfrm flipH="1">
            <a:off x="3091838" y="6098291"/>
            <a:ext cx="1223299" cy="0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3D8DB3D-6F46-3925-40FF-20E8F1630DB8}"/>
              </a:ext>
            </a:extLst>
          </p:cNvPr>
          <p:cNvCxnSpPr>
            <a:cxnSpLocks/>
          </p:cNvCxnSpPr>
          <p:nvPr/>
        </p:nvCxnSpPr>
        <p:spPr>
          <a:xfrm>
            <a:off x="5080555" y="4555330"/>
            <a:ext cx="0" cy="913379"/>
          </a:xfrm>
          <a:prstGeom prst="line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01F2D1F-A323-F709-DA27-E53202FB061C}"/>
              </a:ext>
            </a:extLst>
          </p:cNvPr>
          <p:cNvSpPr txBox="1"/>
          <p:nvPr/>
        </p:nvSpPr>
        <p:spPr>
          <a:xfrm rot="16200000">
            <a:off x="5023828" y="4930023"/>
            <a:ext cx="590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submit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8BD82C-C0C3-83A1-00E4-F9780A48F8E6}"/>
              </a:ext>
            </a:extLst>
          </p:cNvPr>
          <p:cNvSpPr txBox="1"/>
          <p:nvPr/>
        </p:nvSpPr>
        <p:spPr>
          <a:xfrm rot="16200000">
            <a:off x="4527922" y="4832205"/>
            <a:ext cx="895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type_update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AB3100F-ABF5-62B1-8C14-724008028DFB}"/>
              </a:ext>
            </a:extLst>
          </p:cNvPr>
          <p:cNvSpPr txBox="1"/>
          <p:nvPr/>
        </p:nvSpPr>
        <p:spPr>
          <a:xfrm rot="16200000">
            <a:off x="4237445" y="4804709"/>
            <a:ext cx="7960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moderated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F7E9BD0-F43B-F6F9-CC83-6B478BE3DFFF}"/>
              </a:ext>
            </a:extLst>
          </p:cNvPr>
          <p:cNvSpPr txBox="1"/>
          <p:nvPr/>
        </p:nvSpPr>
        <p:spPr>
          <a:xfrm rot="16200000">
            <a:off x="7472933" y="4939586"/>
            <a:ext cx="590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submit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EC83040-75A6-9ECE-703E-AF28C1889DC8}"/>
              </a:ext>
            </a:extLst>
          </p:cNvPr>
          <p:cNvSpPr txBox="1"/>
          <p:nvPr/>
        </p:nvSpPr>
        <p:spPr>
          <a:xfrm rot="16200000">
            <a:off x="7807832" y="4826791"/>
            <a:ext cx="895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type_update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A769C4-BF7F-5877-FF00-645B1951C98F}"/>
              </a:ext>
            </a:extLst>
          </p:cNvPr>
          <p:cNvSpPr txBox="1"/>
          <p:nvPr/>
        </p:nvSpPr>
        <p:spPr>
          <a:xfrm>
            <a:off x="3111139" y="5638037"/>
            <a:ext cx="7960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moderated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2F069EB-9169-ADFE-D412-014867DD04F5}"/>
              </a:ext>
            </a:extLst>
          </p:cNvPr>
          <p:cNvSpPr txBox="1"/>
          <p:nvPr/>
        </p:nvSpPr>
        <p:spPr>
          <a:xfrm>
            <a:off x="3011783" y="6065111"/>
            <a:ext cx="895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type_update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639EB9-783A-90AD-3DE6-3392410BC718}"/>
              </a:ext>
            </a:extLst>
          </p:cNvPr>
          <p:cNvSpPr txBox="1"/>
          <p:nvPr/>
        </p:nvSpPr>
        <p:spPr>
          <a:xfrm>
            <a:off x="5456538" y="2802033"/>
            <a:ext cx="10730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/moderated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9510559"/>
      </p:ext>
    </p:extLst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Widescreen</PresentationFormat>
  <Paragraphs>187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Narrow</vt:lpstr>
      <vt:lpstr>Raleway Thin</vt:lpstr>
      <vt:lpstr>Gaoler template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Antony John Nicol (School of Psychology and Computer Science)</dc:creator>
  <cp:lastModifiedBy>Antony John Nicol (School of Engineering and Computing)</cp:lastModifiedBy>
  <cp:revision>2</cp:revision>
  <dcterms:created xsi:type="dcterms:W3CDTF">2024-01-24T18:15:24Z</dcterms:created>
  <dcterms:modified xsi:type="dcterms:W3CDTF">2026-01-09T14:54:38Z</dcterms:modified>
</cp:coreProperties>
</file>